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60" d="100"/>
          <a:sy n="60" d="100"/>
        </p:scale>
        <p:origin x="78" y="3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3263177-2274-425A-ACE5-4785F43DCC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1559274-4FD1-4FC2-91CB-3D4DE49284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77E463C-9DC0-405E-93FF-4B89E28450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DDF76F-F5EF-4541-91B5-53B47D286F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8431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C832F83-7B1E-4956-BA61-DD67573308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D4365EE-B4E0-4A35-8C23-6D8E2A54DD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1162CB8-C7A7-41D6-80B7-1D7720E2A5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69AF50-89F5-4B81-8788-DE1143E37BB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8659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1D178FE-6D05-48DD-A84B-3017242655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1143481-3FAE-48D9-99F8-DFC013883C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5BE5D24-8CE3-4B82-815B-387A9F6C37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8418B7-C228-44F1-A3A2-02CD7FA6BBB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9539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6DC38E-717A-4460-B5AD-6AB3CC73DF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33383B-B576-4A1F-AD98-CD62AFDE43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FBB1F4-CCF9-4572-BD42-F619DC065A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97E151-2876-49BD-BAF0-7F34163A52C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0026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A9D2D53-D724-455D-9016-EAEF8FEAC6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25CD42F-4D2C-446C-8506-8BE38C7893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5843245-2CDC-44E2-AF03-ADFA4DBEF8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B192AB-6114-4ABF-91AB-191B8A744A0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2303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3BDC771-A249-489A-BC19-B1869FCD07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66FC422-51D2-4CCC-9BB8-E291DA75F9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B06C8B5-EC83-4B72-8C50-F9A6ECE453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EA0D52-7473-4D8B-84FD-270B3B431F7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0012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0984282-BF56-46F3-B784-D81CD502D0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5F4B6D3-05F4-4F69-9131-C70BDD4B44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4846E5C-E860-4D0E-991F-3863E9E697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A884BB-3F5D-4168-950D-ABA072325F4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4580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22066E-D4C2-4269-A642-820E29FEA9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318DC8-07A1-43D8-A151-F32166924A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82CDB2-6647-4FA2-A4E1-D18892D3B6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6AA32C-F30A-4F9F-8FCC-4ED5E50D4FC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4457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2DA58C-FCD1-460B-B2C2-28F9555F64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E74CF5-A01D-43EB-B1C8-31299C72F4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4632F1-0BBB-45C7-AABF-B339FD2581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7242CD-D4CE-400D-9ACE-0636446C371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8904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E6646E1-05E1-44D3-BA73-C88AD0EE79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16A675D-0821-4385-B50D-8EC74217F8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F22DDD4-2D43-49CE-A378-72250CA00D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193B8E-48B2-47F8-A48F-372AC7E142B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3464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5F25E2C-2C8C-4AEE-9C4F-C1CDF365BC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1ADD570-D730-480D-A1A6-576F5B5114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8C379DD-9A6E-45E5-8369-8DCE55BA6C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BAE45C-9EB4-4A56-AC6D-ECF42251DB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4965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DE3718F-237A-4EC1-B97F-02386344A6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7600AE7-AD75-4EFA-8303-A4AD0694F0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7CF6088-B335-4941-8920-29D03E2843E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Times New Roman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714A314-1FBA-49D6-B174-B34E449BB6A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Times New Roman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AE3A91C-D625-4FDE-9D1F-794B2A708E5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884020B-0734-4290-A915-CF53CC7806E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 descr="title">
            <a:extLst>
              <a:ext uri="{FF2B5EF4-FFF2-40B4-BE49-F238E27FC236}">
                <a16:creationId xmlns:a16="http://schemas.microsoft.com/office/drawing/2014/main" id="{868B2276-F4DF-4B93-975A-B6D477F31CA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38200" y="381000"/>
            <a:ext cx="7772400" cy="914400"/>
          </a:xfrm>
        </p:spPr>
        <p:txBody>
          <a:bodyPr/>
          <a:lstStyle/>
          <a:p>
            <a:pPr eaLnBrk="1" hangingPunct="1"/>
            <a:r>
              <a:rPr lang="en-US" altLang="en-US"/>
              <a:t>title</a:t>
            </a:r>
          </a:p>
        </p:txBody>
      </p:sp>
      <p:sp>
        <p:nvSpPr>
          <p:cNvPr id="2051" name="Rectangle 4" descr="pic1">
            <a:extLst>
              <a:ext uri="{FF2B5EF4-FFF2-40B4-BE49-F238E27FC236}">
                <a16:creationId xmlns:a16="http://schemas.microsoft.com/office/drawing/2014/main" id="{08D3D8C4-12D4-42DE-9A99-4F8192A0C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752600"/>
            <a:ext cx="8153400" cy="4800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/>
              <a:t>Rect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 descr="title">
            <a:extLst>
              <a:ext uri="{FF2B5EF4-FFF2-40B4-BE49-F238E27FC236}">
                <a16:creationId xmlns:a16="http://schemas.microsoft.com/office/drawing/2014/main" id="{6EA46C61-4815-4A78-95F9-E881BEA0037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 rot="16200000">
            <a:off x="-2019300" y="2781300"/>
            <a:ext cx="5715000" cy="914400"/>
          </a:xfrm>
        </p:spPr>
        <p:txBody>
          <a:bodyPr/>
          <a:lstStyle/>
          <a:p>
            <a:pPr eaLnBrk="1" hangingPunct="1"/>
            <a:r>
              <a:rPr lang="en-US" altLang="en-US"/>
              <a:t>title</a:t>
            </a:r>
          </a:p>
        </p:txBody>
      </p:sp>
      <p:sp>
        <p:nvSpPr>
          <p:cNvPr id="3075" name="Rectangle 3" descr="pic1">
            <a:extLst>
              <a:ext uri="{FF2B5EF4-FFF2-40B4-BE49-F238E27FC236}">
                <a16:creationId xmlns:a16="http://schemas.microsoft.com/office/drawing/2014/main" id="{C0BEB2B4-829A-473E-A743-27708A367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33400"/>
            <a:ext cx="6019800" cy="3200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/>
              <a:t>Rect 1</a:t>
            </a:r>
          </a:p>
        </p:txBody>
      </p:sp>
      <p:sp>
        <p:nvSpPr>
          <p:cNvPr id="3076" name="Rectangle 5" descr="pic2">
            <a:extLst>
              <a:ext uri="{FF2B5EF4-FFF2-40B4-BE49-F238E27FC236}">
                <a16:creationId xmlns:a16="http://schemas.microsoft.com/office/drawing/2014/main" id="{91639E61-DD4F-44FB-A158-9C5CC9A5F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038600"/>
            <a:ext cx="6477000" cy="228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/>
              <a:t>Rect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 descr="title">
            <a:extLst>
              <a:ext uri="{FF2B5EF4-FFF2-40B4-BE49-F238E27FC236}">
                <a16:creationId xmlns:a16="http://schemas.microsoft.com/office/drawing/2014/main" id="{0865E51B-F10B-4248-A12C-1B1270ACD37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 rot="5400000">
            <a:off x="5562600" y="2743200"/>
            <a:ext cx="5715000" cy="838200"/>
          </a:xfrm>
        </p:spPr>
        <p:txBody>
          <a:bodyPr/>
          <a:lstStyle/>
          <a:p>
            <a:pPr eaLnBrk="1" hangingPunct="1"/>
            <a:r>
              <a:rPr lang="en-US" altLang="en-US"/>
              <a:t>title</a:t>
            </a:r>
          </a:p>
        </p:txBody>
      </p:sp>
      <p:sp>
        <p:nvSpPr>
          <p:cNvPr id="4099" name="Rectangle 3" descr="pic1">
            <a:extLst>
              <a:ext uri="{FF2B5EF4-FFF2-40B4-BE49-F238E27FC236}">
                <a16:creationId xmlns:a16="http://schemas.microsoft.com/office/drawing/2014/main" id="{4C3C2415-3756-45A6-A9B8-840BE1EDA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733800" cy="312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/>
              <a:t>Rect 1</a:t>
            </a:r>
          </a:p>
        </p:txBody>
      </p:sp>
      <p:sp>
        <p:nvSpPr>
          <p:cNvPr id="4100" name="Rectangle 4" descr="pic2">
            <a:extLst>
              <a:ext uri="{FF2B5EF4-FFF2-40B4-BE49-F238E27FC236}">
                <a16:creationId xmlns:a16="http://schemas.microsoft.com/office/drawing/2014/main" id="{FECB80F8-F881-41CE-92AD-E9EF13026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0"/>
            <a:ext cx="3733800" cy="312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/>
              <a:t>Rect 2</a:t>
            </a:r>
          </a:p>
        </p:txBody>
      </p:sp>
      <p:sp>
        <p:nvSpPr>
          <p:cNvPr id="4101" name="Rectangle 5" descr="pic3">
            <a:extLst>
              <a:ext uri="{FF2B5EF4-FFF2-40B4-BE49-F238E27FC236}">
                <a16:creationId xmlns:a16="http://schemas.microsoft.com/office/drawing/2014/main" id="{4556EF0B-AB27-4662-B98D-8B9319F22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429000"/>
            <a:ext cx="7010400" cy="3429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/>
              <a:t>Rect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15</Words>
  <Application>Microsoft Office PowerPoint</Application>
  <PresentationFormat>On-screen Show (4:3)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Times New Roman</vt:lpstr>
      <vt:lpstr>Arial</vt:lpstr>
      <vt:lpstr>Calibri</vt:lpstr>
      <vt:lpstr>Office Theme</vt:lpstr>
      <vt:lpstr>title</vt:lpstr>
      <vt:lpstr>title</vt:lpstr>
      <vt:lpstr>title</vt:lpstr>
    </vt:vector>
  </TitlesOfParts>
  <Company>Intel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Georgia Morgan</dc:creator>
  <cp:lastModifiedBy>cm</cp:lastModifiedBy>
  <cp:revision>1</cp:revision>
  <dcterms:created xsi:type="dcterms:W3CDTF">2004-08-30T07:04:55Z</dcterms:created>
  <dcterms:modified xsi:type="dcterms:W3CDTF">2017-08-05T07:01:47Z</dcterms:modified>
</cp:coreProperties>
</file>