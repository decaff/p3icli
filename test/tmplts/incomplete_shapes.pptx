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"/>
  </p:notesMasterIdLst>
  <p:sldIdLst>
    <p:sldId id="367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  <a:srgbClr val="909319"/>
    <a:srgbClr val="FFFF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0" y="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3335F0AB-8688-4F58-BAD4-F91A0A921E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811AF46-4086-4C6A-8384-34B5BE4E6D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11B762E-8840-422C-9C50-7B7F2FD1AD9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4933" name="Rectangle 5">
            <a:extLst>
              <a:ext uri="{FF2B5EF4-FFF2-40B4-BE49-F238E27FC236}">
                <a16:creationId xmlns:a16="http://schemas.microsoft.com/office/drawing/2014/main" id="{74E8AFB1-EBD4-4233-B228-A4297083E0F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24934" name="Rectangle 6">
            <a:extLst>
              <a:ext uri="{FF2B5EF4-FFF2-40B4-BE49-F238E27FC236}">
                <a16:creationId xmlns:a16="http://schemas.microsoft.com/office/drawing/2014/main" id="{C0024ADB-293A-4F7C-8873-BAE661D79A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4935" name="Rectangle 7">
            <a:extLst>
              <a:ext uri="{FF2B5EF4-FFF2-40B4-BE49-F238E27FC236}">
                <a16:creationId xmlns:a16="http://schemas.microsoft.com/office/drawing/2014/main" id="{0D888582-00BB-4F36-8618-798FBCA3DB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panose="020B0604020202020204" pitchFamily="34" charset="0"/>
              </a:defRPr>
            </a:lvl1pPr>
          </a:lstStyle>
          <a:p>
            <a:fld id="{DBBC8F44-A8C7-4DBB-BCA4-550F654D0B9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436769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859919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68369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43672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2166BEC-B630-4C1A-9355-6E3F8AC7EFB0}"/>
              </a:ext>
            </a:extLst>
          </p:cNvPr>
          <p:cNvSpPr>
            <a:spLocks noChangeArrowheads="1"/>
          </p:cNvSpPr>
          <p:nvPr/>
        </p:nvSpPr>
        <p:spPr bwMode="hidden">
          <a:xfrm>
            <a:off x="0" y="6035675"/>
            <a:ext cx="9144000" cy="8223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014A95-3A43-4F5C-9DD9-BDDEFC06ED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6713" y="838200"/>
            <a:ext cx="8407400" cy="515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0" tIns="45702" rIns="91400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DF1E71-77B8-4F0B-AB02-B30BFB73B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157163"/>
            <a:ext cx="841057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5" tIns="46019" rIns="92035" bIns="460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pic>
        <p:nvPicPr>
          <p:cNvPr id="1029" name="Picture 5" descr="intellogo">
            <a:extLst>
              <a:ext uri="{FF2B5EF4-FFF2-40B4-BE49-F238E27FC236}">
                <a16:creationId xmlns:a16="http://schemas.microsoft.com/office/drawing/2014/main" id="{5198B0E8-4258-453C-8069-6EC4042E3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996238" y="6115050"/>
            <a:ext cx="989012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7">
            <a:extLst>
              <a:ext uri="{FF2B5EF4-FFF2-40B4-BE49-F238E27FC236}">
                <a16:creationId xmlns:a16="http://schemas.microsoft.com/office/drawing/2014/main" id="{1265A204-3C82-4B6A-B260-293C0BFBE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3200"/>
            <a:ext cx="415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fld id="{B47F1BC3-0B06-46CF-A2F9-B8B75FA78F92}" type="slidenum">
              <a:rPr lang="en-US" altLang="en-US" sz="900" b="1">
                <a:solidFill>
                  <a:schemeClr val="bg1"/>
                </a:solidFill>
                <a:effectLst/>
              </a:rPr>
              <a:pPr/>
              <a:t>‹#›</a:t>
            </a:fld>
            <a:endParaRPr lang="en-US" altLang="en-US" sz="900" b="1">
              <a:solidFill>
                <a:schemeClr val="bg1"/>
              </a:solidFill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7" r:id="rId3"/>
    <p:sldLayoutId id="2147483748" r:id="rId4"/>
  </p:sldLayoutIdLst>
  <p:transition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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3pPr>
      <a:lvl4pPr marL="1382713" indent="-2397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4pPr>
      <a:lvl5pPr marL="1727200" indent="-230188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5pPr>
      <a:lvl6pPr marL="21844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6pPr>
      <a:lvl7pPr marL="26416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7pPr>
      <a:lvl8pPr marL="30988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8pPr>
      <a:lvl9pPr marL="35560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EBFA"/>
            </a:gs>
            <a:gs pos="30000">
              <a:srgbClr val="C4D6EB"/>
            </a:gs>
            <a:gs pos="60001">
              <a:srgbClr val="85C2FF"/>
            </a:gs>
            <a:gs pos="100000">
              <a:srgbClr val="5E9EFF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 descr="title">
            <a:extLst>
              <a:ext uri="{FF2B5EF4-FFF2-40B4-BE49-F238E27FC236}">
                <a16:creationId xmlns:a16="http://schemas.microsoft.com/office/drawing/2014/main" id="{B3669BA5-6167-4A40-BE43-A9BF3F4F9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57163"/>
            <a:ext cx="8242300" cy="528637"/>
          </a:xfrm>
        </p:spPr>
        <p:txBody>
          <a:bodyPr/>
          <a:lstStyle/>
          <a:p>
            <a:pPr eaLnBrk="1" hangingPunct="1"/>
            <a:r>
              <a:rPr lang="en-US" altLang="en-US"/>
              <a:t>El Title</a:t>
            </a:r>
          </a:p>
        </p:txBody>
      </p:sp>
      <p:sp>
        <p:nvSpPr>
          <p:cNvPr id="2" name="Rectangle 1" descr="pic1 crud">
            <a:extLst>
              <a:ext uri="{FF2B5EF4-FFF2-40B4-BE49-F238E27FC236}">
                <a16:creationId xmlns:a16="http://schemas.microsoft.com/office/drawing/2014/main" id="{930E050A-B3F6-4714-A0BF-9AF6B2BBE12F}"/>
              </a:ext>
            </a:extLst>
          </p:cNvPr>
          <p:cNvSpPr/>
          <p:nvPr/>
        </p:nvSpPr>
        <p:spPr bwMode="auto">
          <a:xfrm>
            <a:off x="533400" y="914400"/>
            <a:ext cx="3505200" cy="3124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Pic1 Damaged</a:t>
            </a:r>
          </a:p>
          <a:p>
            <a:pPr>
              <a:defRPr/>
            </a:pPr>
            <a:endParaRPr lang="en-US" dirty="0">
              <a:cs typeface="Arial" charset="0"/>
            </a:endParaRPr>
          </a:p>
        </p:txBody>
      </p:sp>
      <p:sp>
        <p:nvSpPr>
          <p:cNvPr id="5" name="Rectangle 4" descr="pic2s">
            <a:extLst>
              <a:ext uri="{FF2B5EF4-FFF2-40B4-BE49-F238E27FC236}">
                <a16:creationId xmlns:a16="http://schemas.microsoft.com/office/drawing/2014/main" id="{74EC78DF-9C3D-488F-80B0-1F3B821D6199}"/>
              </a:ext>
            </a:extLst>
          </p:cNvPr>
          <p:cNvSpPr/>
          <p:nvPr/>
        </p:nvSpPr>
        <p:spPr bwMode="auto">
          <a:xfrm>
            <a:off x="4572000" y="941388"/>
            <a:ext cx="4191000" cy="3124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Pic2 Damaged</a:t>
            </a:r>
          </a:p>
          <a:p>
            <a:pPr>
              <a:defRPr/>
            </a:pPr>
            <a:endParaRPr lang="en-US" dirty="0">
              <a:cs typeface="Arial" charset="0"/>
            </a:endParaRPr>
          </a:p>
        </p:txBody>
      </p:sp>
      <p:sp>
        <p:nvSpPr>
          <p:cNvPr id="3" name="Rectangle 2" descr="cap1_you say">
            <a:extLst>
              <a:ext uri="{FF2B5EF4-FFF2-40B4-BE49-F238E27FC236}">
                <a16:creationId xmlns:a16="http://schemas.microsoft.com/office/drawing/2014/main" id="{EC41734B-9C37-4D13-B432-A00E7ABC51BB}"/>
              </a:ext>
            </a:extLst>
          </p:cNvPr>
          <p:cNvSpPr/>
          <p:nvPr/>
        </p:nvSpPr>
        <p:spPr bwMode="auto">
          <a:xfrm>
            <a:off x="533400" y="4267200"/>
            <a:ext cx="35052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Cap1 Damaged</a:t>
            </a:r>
          </a:p>
        </p:txBody>
      </p:sp>
      <p:sp>
        <p:nvSpPr>
          <p:cNvPr id="7" name="Rectangle 6" descr="cap2e3">
            <a:extLst>
              <a:ext uri="{FF2B5EF4-FFF2-40B4-BE49-F238E27FC236}">
                <a16:creationId xmlns:a16="http://schemas.microsoft.com/office/drawing/2014/main" id="{31D2BEA2-EBA5-4FF1-9012-5242CC08FE31}"/>
              </a:ext>
            </a:extLst>
          </p:cNvPr>
          <p:cNvSpPr/>
          <p:nvPr/>
        </p:nvSpPr>
        <p:spPr bwMode="auto">
          <a:xfrm>
            <a:off x="4572000" y="4267200"/>
            <a:ext cx="4191000" cy="381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Cap2 Damaged</a:t>
            </a:r>
          </a:p>
        </p:txBody>
      </p:sp>
      <p:sp>
        <p:nvSpPr>
          <p:cNvPr id="4" name="Rounded Rectangle 3" descr="cap3        ">
            <a:extLst>
              <a:ext uri="{FF2B5EF4-FFF2-40B4-BE49-F238E27FC236}">
                <a16:creationId xmlns:a16="http://schemas.microsoft.com/office/drawing/2014/main" id="{88AE5B96-D12D-4F0D-B5F3-D44E54AFA1A2}"/>
              </a:ext>
            </a:extLst>
          </p:cNvPr>
          <p:cNvSpPr/>
          <p:nvPr/>
        </p:nvSpPr>
        <p:spPr bwMode="auto">
          <a:xfrm>
            <a:off x="533400" y="4953000"/>
            <a:ext cx="3505200" cy="7620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cs typeface="Arial" charset="0"/>
              </a:rPr>
              <a:t>Cap3 w/ trailing text (should be okay)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ank">
  <a:themeElements>
    <a:clrScheme name="">
      <a:dk1>
        <a:srgbClr val="000000"/>
      </a:dk1>
      <a:lt1>
        <a:srgbClr val="FFFFFF"/>
      </a:lt1>
      <a:dk2>
        <a:srgbClr val="0860A8"/>
      </a:dk2>
      <a:lt2>
        <a:srgbClr val="808080"/>
      </a:lt2>
      <a:accent1>
        <a:srgbClr val="009900"/>
      </a:accent1>
      <a:accent2>
        <a:srgbClr val="AA014C"/>
      </a:accent2>
      <a:accent3>
        <a:srgbClr val="FFFFFF"/>
      </a:accent3>
      <a:accent4>
        <a:srgbClr val="000000"/>
      </a:accent4>
      <a:accent5>
        <a:srgbClr val="AACAAA"/>
      </a:accent5>
      <a:accent6>
        <a:srgbClr val="9A0144"/>
      </a:accent6>
      <a:hlink>
        <a:srgbClr val="FF5C00"/>
      </a:hlink>
      <a:folHlink>
        <a:srgbClr val="FDB605"/>
      </a:folHlink>
    </a:clrScheme>
    <a:fontScheme name="blank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20</TotalTime>
  <Words>20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Verdana</vt:lpstr>
      <vt:lpstr>Wingdings</vt:lpstr>
      <vt:lpstr>blank</vt:lpstr>
      <vt:lpstr>El Title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gmorgan1</dc:creator>
  <cp:lastModifiedBy>Go Away</cp:lastModifiedBy>
  <cp:revision>8</cp:revision>
  <dcterms:created xsi:type="dcterms:W3CDTF">2009-09-07T22:47:13Z</dcterms:created>
  <dcterms:modified xsi:type="dcterms:W3CDTF">2020-05-28T01:42:59Z</dcterms:modified>
</cp:coreProperties>
</file>