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5" d="100"/>
          <a:sy n="55" d="100"/>
        </p:scale>
        <p:origin x="7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title">
            <a:extLst>
              <a:ext uri="{FF2B5EF4-FFF2-40B4-BE49-F238E27FC236}">
                <a16:creationId xmlns:a16="http://schemas.microsoft.com/office/drawing/2014/main" id="{7C0042BF-95F5-431B-A9F0-4AE8968B4A67}"/>
              </a:ext>
            </a:extLst>
          </p:cNvPr>
          <p:cNvSpPr/>
          <p:nvPr/>
        </p:nvSpPr>
        <p:spPr>
          <a:xfrm>
            <a:off x="1005254" y="6051671"/>
            <a:ext cx="10181492" cy="63425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2" name="Rectangle 1" descr="pic1">
            <a:extLst>
              <a:ext uri="{FF2B5EF4-FFF2-40B4-BE49-F238E27FC236}">
                <a16:creationId xmlns:a16="http://schemas.microsoft.com/office/drawing/2014/main" id="{B8BB6DAB-DE57-4F6A-B16A-7CF5CE485CFE}"/>
              </a:ext>
            </a:extLst>
          </p:cNvPr>
          <p:cNvSpPr/>
          <p:nvPr/>
        </p:nvSpPr>
        <p:spPr>
          <a:xfrm>
            <a:off x="552450" y="172077"/>
            <a:ext cx="5276850" cy="251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pic1</a:t>
            </a:r>
          </a:p>
        </p:txBody>
      </p:sp>
      <p:sp>
        <p:nvSpPr>
          <p:cNvPr id="6" name="Rectangle 5" descr="pic3">
            <a:extLst>
              <a:ext uri="{FF2B5EF4-FFF2-40B4-BE49-F238E27FC236}">
                <a16:creationId xmlns:a16="http://schemas.microsoft.com/office/drawing/2014/main" id="{0BB90C80-60D7-4533-9158-F0F25F120C61}"/>
              </a:ext>
            </a:extLst>
          </p:cNvPr>
          <p:cNvSpPr/>
          <p:nvPr/>
        </p:nvSpPr>
        <p:spPr>
          <a:xfrm>
            <a:off x="3190875" y="3297271"/>
            <a:ext cx="5276850" cy="21923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pic3</a:t>
            </a:r>
          </a:p>
        </p:txBody>
      </p:sp>
      <p:sp>
        <p:nvSpPr>
          <p:cNvPr id="7" name="TextBox 6" descr="cap1">
            <a:extLst>
              <a:ext uri="{FF2B5EF4-FFF2-40B4-BE49-F238E27FC236}">
                <a16:creationId xmlns:a16="http://schemas.microsoft.com/office/drawing/2014/main" id="{A0B65ED4-D896-4CC0-B663-E65DA6DB93E4}"/>
              </a:ext>
            </a:extLst>
          </p:cNvPr>
          <p:cNvSpPr txBox="1"/>
          <p:nvPr/>
        </p:nvSpPr>
        <p:spPr>
          <a:xfrm>
            <a:off x="552450" y="2817418"/>
            <a:ext cx="52768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cap1</a:t>
            </a:r>
          </a:p>
        </p:txBody>
      </p:sp>
      <p:sp>
        <p:nvSpPr>
          <p:cNvPr id="12" name="Rectangle 11" descr="pic2">
            <a:extLst>
              <a:ext uri="{FF2B5EF4-FFF2-40B4-BE49-F238E27FC236}">
                <a16:creationId xmlns:a16="http://schemas.microsoft.com/office/drawing/2014/main" id="{176F0E72-B234-43E6-AF9D-07FC301D6E1F}"/>
              </a:ext>
            </a:extLst>
          </p:cNvPr>
          <p:cNvSpPr/>
          <p:nvPr/>
        </p:nvSpPr>
        <p:spPr>
          <a:xfrm>
            <a:off x="6362702" y="172078"/>
            <a:ext cx="5276850" cy="25298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pic2</a:t>
            </a:r>
          </a:p>
        </p:txBody>
      </p:sp>
      <p:sp>
        <p:nvSpPr>
          <p:cNvPr id="13" name="TextBox 12" descr="cap2">
            <a:extLst>
              <a:ext uri="{FF2B5EF4-FFF2-40B4-BE49-F238E27FC236}">
                <a16:creationId xmlns:a16="http://schemas.microsoft.com/office/drawing/2014/main" id="{C7EF6B1D-199F-4874-BB6C-00EE8AC3FCFF}"/>
              </a:ext>
            </a:extLst>
          </p:cNvPr>
          <p:cNvSpPr txBox="1"/>
          <p:nvPr/>
        </p:nvSpPr>
        <p:spPr>
          <a:xfrm>
            <a:off x="6362700" y="2831569"/>
            <a:ext cx="52768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cap2</a:t>
            </a:r>
          </a:p>
        </p:txBody>
      </p:sp>
      <p:sp>
        <p:nvSpPr>
          <p:cNvPr id="14" name="TextBox 13" descr="cap3">
            <a:extLst>
              <a:ext uri="{FF2B5EF4-FFF2-40B4-BE49-F238E27FC236}">
                <a16:creationId xmlns:a16="http://schemas.microsoft.com/office/drawing/2014/main" id="{DF5193D2-ACE8-46AA-B9D5-822870DF8376}"/>
              </a:ext>
            </a:extLst>
          </p:cNvPr>
          <p:cNvSpPr txBox="1"/>
          <p:nvPr/>
        </p:nvSpPr>
        <p:spPr>
          <a:xfrm>
            <a:off x="3190875" y="5585970"/>
            <a:ext cx="52768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cap3</a:t>
            </a:r>
          </a:p>
        </p:txBody>
      </p:sp>
    </p:spTree>
    <p:extLst>
      <p:ext uri="{BB962C8B-B14F-4D97-AF65-F5344CB8AC3E}">
        <p14:creationId xmlns:p14="http://schemas.microsoft.com/office/powerpoint/2010/main" val="428437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title">
            <a:extLst>
              <a:ext uri="{FF2B5EF4-FFF2-40B4-BE49-F238E27FC236}">
                <a16:creationId xmlns:a16="http://schemas.microsoft.com/office/drawing/2014/main" id="{7C0042BF-95F5-431B-A9F0-4AE8968B4A67}"/>
              </a:ext>
            </a:extLst>
          </p:cNvPr>
          <p:cNvSpPr/>
          <p:nvPr/>
        </p:nvSpPr>
        <p:spPr>
          <a:xfrm>
            <a:off x="337039" y="402435"/>
            <a:ext cx="946638" cy="5980779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2" name="Rectangle 1" descr="pic1">
            <a:extLst>
              <a:ext uri="{FF2B5EF4-FFF2-40B4-BE49-F238E27FC236}">
                <a16:creationId xmlns:a16="http://schemas.microsoft.com/office/drawing/2014/main" id="{87266451-D81D-4EDB-AA56-0B469EDF23B2}"/>
              </a:ext>
            </a:extLst>
          </p:cNvPr>
          <p:cNvSpPr/>
          <p:nvPr/>
        </p:nvSpPr>
        <p:spPr>
          <a:xfrm>
            <a:off x="1702191" y="239151"/>
            <a:ext cx="4684541" cy="2474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pic1</a:t>
            </a:r>
          </a:p>
        </p:txBody>
      </p:sp>
      <p:sp>
        <p:nvSpPr>
          <p:cNvPr id="3" name="TextBox 2" descr="cap1">
            <a:extLst>
              <a:ext uri="{FF2B5EF4-FFF2-40B4-BE49-F238E27FC236}">
                <a16:creationId xmlns:a16="http://schemas.microsoft.com/office/drawing/2014/main" id="{B8151F4F-7B3B-4004-9488-A90EEAD77615}"/>
              </a:ext>
            </a:extLst>
          </p:cNvPr>
          <p:cNvSpPr txBox="1"/>
          <p:nvPr/>
        </p:nvSpPr>
        <p:spPr>
          <a:xfrm>
            <a:off x="1702191" y="2896384"/>
            <a:ext cx="46845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cap1</a:t>
            </a:r>
          </a:p>
        </p:txBody>
      </p:sp>
      <p:sp>
        <p:nvSpPr>
          <p:cNvPr id="5" name="Rectangle 4" descr="pic2">
            <a:extLst>
              <a:ext uri="{FF2B5EF4-FFF2-40B4-BE49-F238E27FC236}">
                <a16:creationId xmlns:a16="http://schemas.microsoft.com/office/drawing/2014/main" id="{7628E5B8-E1FC-46B7-BC72-A11C82FF7314}"/>
              </a:ext>
            </a:extLst>
          </p:cNvPr>
          <p:cNvSpPr/>
          <p:nvPr/>
        </p:nvSpPr>
        <p:spPr>
          <a:xfrm>
            <a:off x="6991644" y="239151"/>
            <a:ext cx="4684541" cy="2437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pic2</a:t>
            </a:r>
          </a:p>
        </p:txBody>
      </p:sp>
      <p:sp>
        <p:nvSpPr>
          <p:cNvPr id="6" name="TextBox 5" descr="cap2">
            <a:extLst>
              <a:ext uri="{FF2B5EF4-FFF2-40B4-BE49-F238E27FC236}">
                <a16:creationId xmlns:a16="http://schemas.microsoft.com/office/drawing/2014/main" id="{7C7CBF8A-6C58-4587-97E5-8996FFAA285A}"/>
              </a:ext>
            </a:extLst>
          </p:cNvPr>
          <p:cNvSpPr txBox="1"/>
          <p:nvPr/>
        </p:nvSpPr>
        <p:spPr>
          <a:xfrm>
            <a:off x="6991644" y="2859202"/>
            <a:ext cx="46845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cap2</a:t>
            </a:r>
          </a:p>
        </p:txBody>
      </p:sp>
      <p:sp>
        <p:nvSpPr>
          <p:cNvPr id="7" name="Rectangle 6" descr="pic3">
            <a:extLst>
              <a:ext uri="{FF2B5EF4-FFF2-40B4-BE49-F238E27FC236}">
                <a16:creationId xmlns:a16="http://schemas.microsoft.com/office/drawing/2014/main" id="{2F052661-CD57-40BE-B129-03C7525932CB}"/>
              </a:ext>
            </a:extLst>
          </p:cNvPr>
          <p:cNvSpPr/>
          <p:nvPr/>
        </p:nvSpPr>
        <p:spPr>
          <a:xfrm>
            <a:off x="1702191" y="3629466"/>
            <a:ext cx="4684541" cy="24371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pic3</a:t>
            </a:r>
          </a:p>
        </p:txBody>
      </p:sp>
      <p:sp>
        <p:nvSpPr>
          <p:cNvPr id="8" name="TextBox 7" descr="cap3">
            <a:extLst>
              <a:ext uri="{FF2B5EF4-FFF2-40B4-BE49-F238E27FC236}">
                <a16:creationId xmlns:a16="http://schemas.microsoft.com/office/drawing/2014/main" id="{1B9265D7-6215-4D26-B6A1-214F274E83B0}"/>
              </a:ext>
            </a:extLst>
          </p:cNvPr>
          <p:cNvSpPr txBox="1"/>
          <p:nvPr/>
        </p:nvSpPr>
        <p:spPr>
          <a:xfrm>
            <a:off x="1702191" y="6249517"/>
            <a:ext cx="46845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cap3</a:t>
            </a:r>
          </a:p>
        </p:txBody>
      </p:sp>
      <p:sp>
        <p:nvSpPr>
          <p:cNvPr id="9" name="Rectangle 8" descr="pic4">
            <a:extLst>
              <a:ext uri="{FF2B5EF4-FFF2-40B4-BE49-F238E27FC236}">
                <a16:creationId xmlns:a16="http://schemas.microsoft.com/office/drawing/2014/main" id="{27572348-4EBD-4DFB-A284-5858BE42AE4E}"/>
              </a:ext>
            </a:extLst>
          </p:cNvPr>
          <p:cNvSpPr/>
          <p:nvPr/>
        </p:nvSpPr>
        <p:spPr>
          <a:xfrm>
            <a:off x="6991644" y="3629466"/>
            <a:ext cx="4684541" cy="2437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pic4</a:t>
            </a:r>
          </a:p>
        </p:txBody>
      </p:sp>
      <p:sp>
        <p:nvSpPr>
          <p:cNvPr id="10" name="TextBox 9" descr="cap4">
            <a:extLst>
              <a:ext uri="{FF2B5EF4-FFF2-40B4-BE49-F238E27FC236}">
                <a16:creationId xmlns:a16="http://schemas.microsoft.com/office/drawing/2014/main" id="{6EFF038B-3F07-415B-A080-4C1D3289AD3B}"/>
              </a:ext>
            </a:extLst>
          </p:cNvPr>
          <p:cNvSpPr txBox="1"/>
          <p:nvPr/>
        </p:nvSpPr>
        <p:spPr>
          <a:xfrm>
            <a:off x="6991644" y="6249517"/>
            <a:ext cx="46845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cap4</a:t>
            </a:r>
          </a:p>
        </p:txBody>
      </p:sp>
    </p:spTree>
    <p:extLst>
      <p:ext uri="{BB962C8B-B14F-4D97-AF65-F5344CB8AC3E}">
        <p14:creationId xmlns:p14="http://schemas.microsoft.com/office/powerpoint/2010/main" val="32861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title">
            <a:extLst>
              <a:ext uri="{FF2B5EF4-FFF2-40B4-BE49-F238E27FC236}">
                <a16:creationId xmlns:a16="http://schemas.microsoft.com/office/drawing/2014/main" id="{7C0042BF-95F5-431B-A9F0-4AE8968B4A67}"/>
              </a:ext>
            </a:extLst>
          </p:cNvPr>
          <p:cNvSpPr/>
          <p:nvPr/>
        </p:nvSpPr>
        <p:spPr>
          <a:xfrm>
            <a:off x="10970205" y="438610"/>
            <a:ext cx="946638" cy="5980779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2" name="Rectangle 1" descr="pic1">
            <a:extLst>
              <a:ext uri="{FF2B5EF4-FFF2-40B4-BE49-F238E27FC236}">
                <a16:creationId xmlns:a16="http://schemas.microsoft.com/office/drawing/2014/main" id="{8A127BEA-C404-40A1-B207-B4ABFF15F0E0}"/>
              </a:ext>
            </a:extLst>
          </p:cNvPr>
          <p:cNvSpPr/>
          <p:nvPr/>
        </p:nvSpPr>
        <p:spPr>
          <a:xfrm>
            <a:off x="379828" y="225083"/>
            <a:ext cx="3334043" cy="156151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pic1</a:t>
            </a:r>
          </a:p>
        </p:txBody>
      </p:sp>
      <p:sp>
        <p:nvSpPr>
          <p:cNvPr id="5" name="Rectangle 4" descr="pic3">
            <a:extLst>
              <a:ext uri="{FF2B5EF4-FFF2-40B4-BE49-F238E27FC236}">
                <a16:creationId xmlns:a16="http://schemas.microsoft.com/office/drawing/2014/main" id="{EA5E6700-6107-47B9-86F8-58947D6DCD9F}"/>
              </a:ext>
            </a:extLst>
          </p:cNvPr>
          <p:cNvSpPr/>
          <p:nvPr/>
        </p:nvSpPr>
        <p:spPr>
          <a:xfrm>
            <a:off x="3713870" y="2425417"/>
            <a:ext cx="3334043" cy="15615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pic3</a:t>
            </a:r>
          </a:p>
        </p:txBody>
      </p:sp>
      <p:sp>
        <p:nvSpPr>
          <p:cNvPr id="6" name="Rectangle 5" descr="pic5">
            <a:extLst>
              <a:ext uri="{FF2B5EF4-FFF2-40B4-BE49-F238E27FC236}">
                <a16:creationId xmlns:a16="http://schemas.microsoft.com/office/drawing/2014/main" id="{E8FD266F-3CC9-4DFE-862E-0BBF0FC885B3}"/>
              </a:ext>
            </a:extLst>
          </p:cNvPr>
          <p:cNvSpPr/>
          <p:nvPr/>
        </p:nvSpPr>
        <p:spPr>
          <a:xfrm>
            <a:off x="7066545" y="4689060"/>
            <a:ext cx="3334043" cy="156151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prstClr val="black"/>
                </a:solidFill>
              </a:rPr>
              <a:t>pic5</a:t>
            </a:r>
          </a:p>
        </p:txBody>
      </p:sp>
      <p:sp>
        <p:nvSpPr>
          <p:cNvPr id="7" name="Rectangle 6" descr="pic2">
            <a:extLst>
              <a:ext uri="{FF2B5EF4-FFF2-40B4-BE49-F238E27FC236}">
                <a16:creationId xmlns:a16="http://schemas.microsoft.com/office/drawing/2014/main" id="{AD373D04-F89C-4E6B-BD5F-52F87C2CAB79}"/>
              </a:ext>
            </a:extLst>
          </p:cNvPr>
          <p:cNvSpPr/>
          <p:nvPr/>
        </p:nvSpPr>
        <p:spPr>
          <a:xfrm>
            <a:off x="7047913" y="225083"/>
            <a:ext cx="3334043" cy="1561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pic2</a:t>
            </a:r>
          </a:p>
        </p:txBody>
      </p:sp>
      <p:sp>
        <p:nvSpPr>
          <p:cNvPr id="8" name="Rectangle 7" descr="pic4">
            <a:extLst>
              <a:ext uri="{FF2B5EF4-FFF2-40B4-BE49-F238E27FC236}">
                <a16:creationId xmlns:a16="http://schemas.microsoft.com/office/drawing/2014/main" id="{947BF939-259A-490D-87B4-77C1B5B6C4D1}"/>
              </a:ext>
            </a:extLst>
          </p:cNvPr>
          <p:cNvSpPr/>
          <p:nvPr/>
        </p:nvSpPr>
        <p:spPr>
          <a:xfrm>
            <a:off x="379828" y="4689060"/>
            <a:ext cx="3334043" cy="15615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pic4</a:t>
            </a:r>
          </a:p>
        </p:txBody>
      </p:sp>
      <p:sp>
        <p:nvSpPr>
          <p:cNvPr id="3" name="TextBox 2" descr="cap1">
            <a:extLst>
              <a:ext uri="{FF2B5EF4-FFF2-40B4-BE49-F238E27FC236}">
                <a16:creationId xmlns:a16="http://schemas.microsoft.com/office/drawing/2014/main" id="{66A60A02-3FF4-4497-94E8-5DAAC71F58CA}"/>
              </a:ext>
            </a:extLst>
          </p:cNvPr>
          <p:cNvSpPr txBox="1"/>
          <p:nvPr/>
        </p:nvSpPr>
        <p:spPr>
          <a:xfrm>
            <a:off x="379828" y="1899138"/>
            <a:ext cx="33340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cap1</a:t>
            </a:r>
          </a:p>
        </p:txBody>
      </p:sp>
      <p:sp>
        <p:nvSpPr>
          <p:cNvPr id="9" name="TextBox 8" descr="cap2">
            <a:extLst>
              <a:ext uri="{FF2B5EF4-FFF2-40B4-BE49-F238E27FC236}">
                <a16:creationId xmlns:a16="http://schemas.microsoft.com/office/drawing/2014/main" id="{31CFA35E-58D0-41F3-8320-A4570731617B}"/>
              </a:ext>
            </a:extLst>
          </p:cNvPr>
          <p:cNvSpPr txBox="1"/>
          <p:nvPr/>
        </p:nvSpPr>
        <p:spPr>
          <a:xfrm>
            <a:off x="7090578" y="1899138"/>
            <a:ext cx="33340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cap2</a:t>
            </a:r>
          </a:p>
        </p:txBody>
      </p:sp>
      <p:sp>
        <p:nvSpPr>
          <p:cNvPr id="10" name="TextBox 9" descr="cap3">
            <a:extLst>
              <a:ext uri="{FF2B5EF4-FFF2-40B4-BE49-F238E27FC236}">
                <a16:creationId xmlns:a16="http://schemas.microsoft.com/office/drawing/2014/main" id="{BEBE5DA4-B06E-4A83-8777-F548EEF57242}"/>
              </a:ext>
            </a:extLst>
          </p:cNvPr>
          <p:cNvSpPr txBox="1"/>
          <p:nvPr/>
        </p:nvSpPr>
        <p:spPr>
          <a:xfrm>
            <a:off x="3756536" y="4126348"/>
            <a:ext cx="33340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cap3</a:t>
            </a:r>
          </a:p>
        </p:txBody>
      </p:sp>
      <p:sp>
        <p:nvSpPr>
          <p:cNvPr id="12" name="TextBox 11" descr="cap5">
            <a:extLst>
              <a:ext uri="{FF2B5EF4-FFF2-40B4-BE49-F238E27FC236}">
                <a16:creationId xmlns:a16="http://schemas.microsoft.com/office/drawing/2014/main" id="{C7E42CE6-7AF4-4FFD-BE6E-7B089F06CA87}"/>
              </a:ext>
            </a:extLst>
          </p:cNvPr>
          <p:cNvSpPr txBox="1"/>
          <p:nvPr/>
        </p:nvSpPr>
        <p:spPr>
          <a:xfrm>
            <a:off x="7092985" y="6419389"/>
            <a:ext cx="33340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cap5</a:t>
            </a:r>
          </a:p>
        </p:txBody>
      </p:sp>
      <p:sp>
        <p:nvSpPr>
          <p:cNvPr id="13" name="TextBox 12" descr="cap4">
            <a:extLst>
              <a:ext uri="{FF2B5EF4-FFF2-40B4-BE49-F238E27FC236}">
                <a16:creationId xmlns:a16="http://schemas.microsoft.com/office/drawing/2014/main" id="{52E9D482-85D9-4EB3-BE26-83A8144B0727}"/>
              </a:ext>
            </a:extLst>
          </p:cNvPr>
          <p:cNvSpPr txBox="1"/>
          <p:nvPr/>
        </p:nvSpPr>
        <p:spPr>
          <a:xfrm>
            <a:off x="422494" y="6375795"/>
            <a:ext cx="33340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cap4</a:t>
            </a:r>
          </a:p>
        </p:txBody>
      </p:sp>
    </p:spTree>
    <p:extLst>
      <p:ext uri="{BB962C8B-B14F-4D97-AF65-F5344CB8AC3E}">
        <p14:creationId xmlns:p14="http://schemas.microsoft.com/office/powerpoint/2010/main" val="84396968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85</TotalTime>
  <Words>27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 Away</dc:creator>
  <cp:lastModifiedBy>Go Away</cp:lastModifiedBy>
  <cp:revision>12</cp:revision>
  <dcterms:created xsi:type="dcterms:W3CDTF">2020-04-01T05:16:39Z</dcterms:created>
  <dcterms:modified xsi:type="dcterms:W3CDTF">2020-05-21T01:29:43Z</dcterms:modified>
</cp:coreProperties>
</file>