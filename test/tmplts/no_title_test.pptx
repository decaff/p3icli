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"/>
  </p:notesMasterIdLst>
  <p:sldIdLst>
    <p:sldId id="367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909319"/>
    <a:srgbClr val="FFFF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3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B8B5845E-AA61-4555-BFEB-9A1374F96AE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53377773-F6F9-407C-8815-23595CAE694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A76194B-16E1-4976-85F3-BA3DFD5CF9C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4933" name="Rectangle 5">
            <a:extLst>
              <a:ext uri="{FF2B5EF4-FFF2-40B4-BE49-F238E27FC236}">
                <a16:creationId xmlns:a16="http://schemas.microsoft.com/office/drawing/2014/main" id="{359493B8-9D93-4D90-9280-B10012F28AE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24934" name="Rectangle 6">
            <a:extLst>
              <a:ext uri="{FF2B5EF4-FFF2-40B4-BE49-F238E27FC236}">
                <a16:creationId xmlns:a16="http://schemas.microsoft.com/office/drawing/2014/main" id="{BF2E1ED0-5C1B-4783-A5DB-CA228D5BF6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4935" name="Rectangle 7">
            <a:extLst>
              <a:ext uri="{FF2B5EF4-FFF2-40B4-BE49-F238E27FC236}">
                <a16:creationId xmlns:a16="http://schemas.microsoft.com/office/drawing/2014/main" id="{8E16B12E-9D13-4113-A4E6-BE9C4A45BC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panose="020B0604020202020204" pitchFamily="34" charset="0"/>
              </a:defRPr>
            </a:lvl1pPr>
          </a:lstStyle>
          <a:p>
            <a:fld id="{58836909-3531-40A5-82E8-6AE4FCD762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03606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60784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713" y="838200"/>
            <a:ext cx="4127500" cy="5151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838200"/>
            <a:ext cx="4127500" cy="5151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712561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21618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3511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4AF660C-AD49-4A99-A746-C5CAE88ECB57}"/>
              </a:ext>
            </a:extLst>
          </p:cNvPr>
          <p:cNvSpPr>
            <a:spLocks noChangeArrowheads="1"/>
          </p:cNvSpPr>
          <p:nvPr userDrawn="1"/>
        </p:nvSpPr>
        <p:spPr bwMode="hidden">
          <a:xfrm>
            <a:off x="0" y="6035675"/>
            <a:ext cx="914400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6C2B791-0AED-48A8-AF22-4097D83D9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6713" y="838200"/>
            <a:ext cx="8407400" cy="515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0" tIns="45702" rIns="91400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DDAE72E-02AF-4FCA-BA10-C4901BE39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157163"/>
            <a:ext cx="841057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5" tIns="46019" rIns="92035" bIns="460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pic>
        <p:nvPicPr>
          <p:cNvPr id="1029" name="Picture 5" descr="intellogo">
            <a:extLst>
              <a:ext uri="{FF2B5EF4-FFF2-40B4-BE49-F238E27FC236}">
                <a16:creationId xmlns:a16="http://schemas.microsoft.com/office/drawing/2014/main" id="{65064CAF-0D71-40FA-BEBE-18E5630CE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996238" y="6115050"/>
            <a:ext cx="989012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7">
            <a:extLst>
              <a:ext uri="{FF2B5EF4-FFF2-40B4-BE49-F238E27FC236}">
                <a16:creationId xmlns:a16="http://schemas.microsoft.com/office/drawing/2014/main" id="{D2185C9A-FCA5-4C18-87F3-5D1D67D90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3200"/>
            <a:ext cx="415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34E7A9EE-0F22-4528-B2CB-7ECAEEEF5B24}" type="slidenum">
              <a:rPr lang="en-US" altLang="en-US" sz="900" b="1">
                <a:solidFill>
                  <a:schemeClr val="bg1"/>
                </a:solidFill>
                <a:effectLst/>
              </a:rPr>
              <a:pPr/>
              <a:t>‹#›</a:t>
            </a:fld>
            <a:endParaRPr lang="en-US" altLang="en-US" sz="900" b="1">
              <a:solidFill>
                <a:schemeClr val="bg1"/>
              </a:solidFill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7" r:id="rId4"/>
    <p:sldLayoutId id="2147483748" r:id="rId5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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3pPr>
      <a:lvl4pPr marL="1382713" indent="-2397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4pPr>
      <a:lvl5pPr marL="1727200" indent="-230188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5pPr>
      <a:lvl6pPr marL="21844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6pPr>
      <a:lvl7pPr marL="26416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7pPr>
      <a:lvl8pPr marL="30988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8pPr>
      <a:lvl9pPr marL="35560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EBFA"/>
            </a:gs>
            <a:gs pos="30000">
              <a:srgbClr val="C4D6EB"/>
            </a:gs>
            <a:gs pos="60001">
              <a:srgbClr val="85C2FF"/>
            </a:gs>
            <a:gs pos="100000">
              <a:srgbClr val="5E9EF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descr="pic1">
            <a:extLst>
              <a:ext uri="{FF2B5EF4-FFF2-40B4-BE49-F238E27FC236}">
                <a16:creationId xmlns:a16="http://schemas.microsoft.com/office/drawing/2014/main" id="{5B707381-115F-4036-A168-021A3E5A1D52}"/>
              </a:ext>
            </a:extLst>
          </p:cNvPr>
          <p:cNvSpPr/>
          <p:nvPr/>
        </p:nvSpPr>
        <p:spPr bwMode="auto">
          <a:xfrm>
            <a:off x="533400" y="914400"/>
            <a:ext cx="3505200" cy="3124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Pic1</a:t>
            </a:r>
          </a:p>
          <a:p>
            <a:pPr>
              <a:defRPr/>
            </a:pPr>
            <a:endParaRPr lang="en-US" dirty="0">
              <a:cs typeface="Arial" charset="0"/>
            </a:endParaRPr>
          </a:p>
        </p:txBody>
      </p:sp>
      <p:sp>
        <p:nvSpPr>
          <p:cNvPr id="5" name="Rectangle 4" descr="pic2">
            <a:extLst>
              <a:ext uri="{FF2B5EF4-FFF2-40B4-BE49-F238E27FC236}">
                <a16:creationId xmlns:a16="http://schemas.microsoft.com/office/drawing/2014/main" id="{9C8B2FAE-926A-4544-9680-4307E238ACDB}"/>
              </a:ext>
            </a:extLst>
          </p:cNvPr>
          <p:cNvSpPr/>
          <p:nvPr/>
        </p:nvSpPr>
        <p:spPr bwMode="auto">
          <a:xfrm>
            <a:off x="4572000" y="941388"/>
            <a:ext cx="4191000" cy="3124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Pic2</a:t>
            </a:r>
          </a:p>
          <a:p>
            <a:pPr>
              <a:defRPr/>
            </a:pPr>
            <a:endParaRPr lang="en-US" dirty="0">
              <a:cs typeface="Arial" charset="0"/>
            </a:endParaRPr>
          </a:p>
        </p:txBody>
      </p:sp>
      <p:sp>
        <p:nvSpPr>
          <p:cNvPr id="3" name="Rectangle 2" descr="cap1">
            <a:extLst>
              <a:ext uri="{FF2B5EF4-FFF2-40B4-BE49-F238E27FC236}">
                <a16:creationId xmlns:a16="http://schemas.microsoft.com/office/drawing/2014/main" id="{E9389FF3-9A4E-47C7-9263-11339A4706F6}"/>
              </a:ext>
            </a:extLst>
          </p:cNvPr>
          <p:cNvSpPr/>
          <p:nvPr/>
        </p:nvSpPr>
        <p:spPr bwMode="auto">
          <a:xfrm>
            <a:off x="533400" y="4267200"/>
            <a:ext cx="35052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cap1</a:t>
            </a:r>
          </a:p>
        </p:txBody>
      </p:sp>
      <p:sp>
        <p:nvSpPr>
          <p:cNvPr id="7" name="Rectangle 6" descr="cap2">
            <a:extLst>
              <a:ext uri="{FF2B5EF4-FFF2-40B4-BE49-F238E27FC236}">
                <a16:creationId xmlns:a16="http://schemas.microsoft.com/office/drawing/2014/main" id="{F978F3BA-440E-46B6-A720-9803B729BF09}"/>
              </a:ext>
            </a:extLst>
          </p:cNvPr>
          <p:cNvSpPr/>
          <p:nvPr/>
        </p:nvSpPr>
        <p:spPr bwMode="auto">
          <a:xfrm>
            <a:off x="4572000" y="4267200"/>
            <a:ext cx="419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cap2</a:t>
            </a:r>
          </a:p>
        </p:txBody>
      </p:sp>
      <p:sp>
        <p:nvSpPr>
          <p:cNvPr id="4102" name="Title 3">
            <a:extLst>
              <a:ext uri="{FF2B5EF4-FFF2-40B4-BE49-F238E27FC236}">
                <a16:creationId xmlns:a16="http://schemas.microsoft.com/office/drawing/2014/main" id="{22B3C787-53D3-48D1-BBEC-EFBEB83A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ank">
  <a:themeElements>
    <a:clrScheme name="">
      <a:dk1>
        <a:srgbClr val="000000"/>
      </a:dk1>
      <a:lt1>
        <a:srgbClr val="FFFFFF"/>
      </a:lt1>
      <a:dk2>
        <a:srgbClr val="0860A8"/>
      </a:dk2>
      <a:lt2>
        <a:srgbClr val="808080"/>
      </a:lt2>
      <a:accent1>
        <a:srgbClr val="009900"/>
      </a:accent1>
      <a:accent2>
        <a:srgbClr val="AA014C"/>
      </a:accent2>
      <a:accent3>
        <a:srgbClr val="FFFFFF"/>
      </a:accent3>
      <a:accent4>
        <a:srgbClr val="000000"/>
      </a:accent4>
      <a:accent5>
        <a:srgbClr val="AACAAA"/>
      </a:accent5>
      <a:accent6>
        <a:srgbClr val="9A0144"/>
      </a:accent6>
      <a:hlink>
        <a:srgbClr val="FF5C00"/>
      </a:hlink>
      <a:folHlink>
        <a:srgbClr val="FDB605"/>
      </a:folHlink>
    </a:clrScheme>
    <a:fontScheme name="blank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</TotalTime>
  <Words>4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Verdana</vt:lpstr>
      <vt:lpstr>Wingdings</vt:lpstr>
      <vt:lpstr>blank</vt:lpstr>
      <vt:lpstr>PowerPoint Presentation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gmorgan1</dc:creator>
  <cp:lastModifiedBy>Go Away</cp:lastModifiedBy>
  <cp:revision>8</cp:revision>
  <dcterms:created xsi:type="dcterms:W3CDTF">2009-09-07T22:47:13Z</dcterms:created>
  <dcterms:modified xsi:type="dcterms:W3CDTF">2020-05-27T07:47:01Z</dcterms:modified>
</cp:coreProperties>
</file>