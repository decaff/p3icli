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sldIdLst>
    <p:sldId id="36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panose="020B0604020202020204" pitchFamily="34" charset="0"/>
              </a:defRPr>
            </a:lvl1pPr>
          </a:lstStyle>
          <a:p>
            <a:fld id="{C486CF7D-2920-4534-A749-6B95332EDE3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447301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10042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pic>
        <p:nvPicPr>
          <p:cNvPr id="4101" name="Picture 5" descr="intel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eaLnBrk="0" hangingPunct="0"/>
            <a:fld id="{3EE3F0CA-C4B7-4A50-845D-FB09F9CF6D0B}" type="slidenum">
              <a:rPr lang="en-US" altLang="en-US" sz="900" b="1">
                <a:solidFill>
                  <a:schemeClr val="bg1"/>
                </a:solidFill>
                <a:effectLst/>
              </a:rPr>
              <a:pPr eaLnBrk="0" hangingPunct="0"/>
              <a:t>‹#›</a:t>
            </a:fld>
            <a:endParaRPr lang="en-US" altLang="en-US" sz="900" b="1">
              <a:solidFill>
                <a:schemeClr val="bg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7" r:id="rId2"/>
  </p:sldLayoutIdLst>
  <p:transition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anose="020B0604030504040204" pitchFamily="34" charset="0"/>
          <a:cs typeface="Arial" panose="020B0604020202020204" pitchFamily="34" charset="0"/>
        </a:defRPr>
      </a:lvl9pPr>
    </p:titleStyle>
    <p:bodyStyle>
      <a:lvl1pPr marL="225425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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82713" indent="-239713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  <a:cs typeface="+mn-cs"/>
        </a:defRPr>
      </a:lvl4pPr>
      <a:lvl5pPr marL="1727200" indent="-230188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4" descr="pic1"/>
          <p:cNvSpPr>
            <a:spLocks noChangeArrowheads="1"/>
          </p:cNvSpPr>
          <p:nvPr/>
        </p:nvSpPr>
        <p:spPr bwMode="auto">
          <a:xfrm>
            <a:off x="153988" y="1066800"/>
            <a:ext cx="6399212" cy="4781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>
                <a:effectLst/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25957" name="Rectangle 5" descr="pic2"/>
          <p:cNvSpPr>
            <a:spLocks noChangeArrowheads="1"/>
          </p:cNvSpPr>
          <p:nvPr/>
        </p:nvSpPr>
        <p:spPr bwMode="auto">
          <a:xfrm>
            <a:off x="6705600" y="1066800"/>
            <a:ext cx="2286000" cy="32178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>
                <a:effectLst/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304800" y="228600"/>
            <a:ext cx="853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5960" name="Text Box 8" descr="cap1"/>
          <p:cNvSpPr txBox="1">
            <a:spLocks noChangeArrowheads="1"/>
          </p:cNvSpPr>
          <p:nvPr/>
        </p:nvSpPr>
        <p:spPr bwMode="auto">
          <a:xfrm>
            <a:off x="381000" y="152400"/>
            <a:ext cx="830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>
                <a:effectLst>
                  <a:outerShdw blurRad="38100" dist="38100" dir="2700000" algn="tl">
                    <a:srgbClr val="C0C0C0"/>
                  </a:outerShdw>
                </a:effectLst>
              </a:rPr>
              <a:t>cap1</a:t>
            </a:r>
          </a:p>
        </p:txBody>
      </p:sp>
      <p:sp>
        <p:nvSpPr>
          <p:cNvPr id="125961" name="Text Box 9" descr="cap2"/>
          <p:cNvSpPr txBox="1">
            <a:spLocks noChangeArrowheads="1"/>
          </p:cNvSpPr>
          <p:nvPr/>
        </p:nvSpPr>
        <p:spPr bwMode="auto">
          <a:xfrm>
            <a:off x="381000" y="577850"/>
            <a:ext cx="830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1">
                <a:effectLst>
                  <a:outerShdw blurRad="38100" dist="38100" dir="2700000" algn="tl">
                    <a:srgbClr val="C0C0C0"/>
                  </a:outerShdw>
                </a:effectLst>
              </a:rPr>
              <a:t>cap2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intel3.0-blue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intel3.0-blue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anose="020B060403050404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intel3.0-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el3.0-blu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3.0-blu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PCSA</Template>
  <TotalTime>146</TotalTime>
  <Words>4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Times New Roman</vt:lpstr>
      <vt:lpstr>Verdana</vt:lpstr>
      <vt:lpstr>Wingdings</vt:lpstr>
      <vt:lpstr>intel3.0-blue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Go Away</cp:lastModifiedBy>
  <cp:revision>1</cp:revision>
  <dcterms:created xsi:type="dcterms:W3CDTF">2009-08-20T17:32:04Z</dcterms:created>
  <dcterms:modified xsi:type="dcterms:W3CDTF">2020-05-25T11:58:46Z</dcterms:modified>
</cp:coreProperties>
</file>