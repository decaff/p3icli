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"/>
  </p:notesMasterIdLst>
  <p:sldIdLst>
    <p:sldId id="367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33"/>
    <a:srgbClr val="909319"/>
    <a:srgbClr val="FFFF00"/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90" y="9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A951C49A-6ED6-4D4B-9B95-2AB152C2B77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ffectLst/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CB9A7ACA-1765-42B3-ACFC-69574BC04A7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ffectLst/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D49DE6A8-8EE3-4D8F-AC6F-B3570D8CF0A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4933" name="Rectangle 5">
            <a:extLst>
              <a:ext uri="{FF2B5EF4-FFF2-40B4-BE49-F238E27FC236}">
                <a16:creationId xmlns:a16="http://schemas.microsoft.com/office/drawing/2014/main" id="{C0F89F10-ECC4-41CD-8058-E7061FCDD6A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124934" name="Rectangle 6">
            <a:extLst>
              <a:ext uri="{FF2B5EF4-FFF2-40B4-BE49-F238E27FC236}">
                <a16:creationId xmlns:a16="http://schemas.microsoft.com/office/drawing/2014/main" id="{48565593-A4DB-453A-BD86-A735DEC170C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/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4935" name="Rectangle 7">
            <a:extLst>
              <a:ext uri="{FF2B5EF4-FFF2-40B4-BE49-F238E27FC236}">
                <a16:creationId xmlns:a16="http://schemas.microsoft.com/office/drawing/2014/main" id="{7F29404A-FF83-4A1A-B42A-7BC84B09D3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/>
                <a:latin typeface="Arial" panose="020B0604020202020204" pitchFamily="34" charset="0"/>
              </a:defRPr>
            </a:lvl1pPr>
          </a:lstStyle>
          <a:p>
            <a:fld id="{E420EF89-5F5B-42E2-A144-3BE84A5C6F5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tel_rgb_100">
            <a:extLst>
              <a:ext uri="{FF2B5EF4-FFF2-40B4-BE49-F238E27FC236}">
                <a16:creationId xmlns:a16="http://schemas.microsoft.com/office/drawing/2014/main" id="{96B4CC4F-A11D-485C-9CA1-1461810F4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7286625" y="222250"/>
            <a:ext cx="1679575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AF0D81EB-389D-4368-A90C-AD41C3E8DED4}"/>
              </a:ext>
            </a:extLst>
          </p:cNvPr>
          <p:cNvSpPr>
            <a:spLocks noChangeArrowheads="1"/>
          </p:cNvSpPr>
          <p:nvPr userDrawn="1"/>
        </p:nvSpPr>
        <p:spPr bwMode="hidden">
          <a:xfrm>
            <a:off x="0" y="6035675"/>
            <a:ext cx="9144000" cy="82232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Arial" charset="0"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0BB38A1-75B8-46A0-9154-A2A56D679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53200"/>
            <a:ext cx="4159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fld id="{DC428463-F3F9-4A4D-9E1B-4D9B27BC6FC1}" type="slidenum">
              <a:rPr lang="en-US" altLang="en-US" sz="900" b="1">
                <a:solidFill>
                  <a:schemeClr val="bg1"/>
                </a:solidFill>
                <a:effectLst/>
              </a:rPr>
              <a:pPr/>
              <a:t>‹#›</a:t>
            </a:fld>
            <a:endParaRPr lang="en-US" altLang="en-US" sz="900" b="1">
              <a:solidFill>
                <a:schemeClr val="bg1"/>
              </a:solidFill>
              <a:effectLst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889000" y="3619500"/>
            <a:ext cx="7810500" cy="1587500"/>
          </a:xfrm>
        </p:spPr>
        <p:txBody>
          <a:bodyPr lIns="92035" tIns="46019" rIns="92035" bIns="46019"/>
          <a:lstStyle>
            <a:lvl1pPr marL="0" indent="0" algn="r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  <a:defRPr sz="2000"/>
            </a:lvl1pPr>
          </a:lstStyle>
          <a:p>
            <a:pPr lvl="0"/>
            <a:r>
              <a:rPr lang="en-US" altLang="en-US" noProof="0"/>
              <a:t>Name</a:t>
            </a:r>
          </a:p>
          <a:p>
            <a:pPr lvl="0"/>
            <a:r>
              <a:rPr lang="en-US" altLang="en-US" noProof="0"/>
              <a:t>Title</a:t>
            </a:r>
          </a:p>
          <a:p>
            <a:pPr lvl="0"/>
            <a:r>
              <a:rPr lang="en-US" altLang="en-US" noProof="0"/>
              <a:t>Department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928688" y="1957388"/>
            <a:ext cx="7754937" cy="1471612"/>
          </a:xfrm>
        </p:spPr>
        <p:txBody>
          <a:bodyPr lIns="64264" tIns="32131" rIns="64264" bIns="32131"/>
          <a:lstStyle>
            <a:lvl1pPr algn="r"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2846144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967139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617569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912159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999546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1F1B80E-4E8E-49B5-BDF5-61AA14431505}"/>
              </a:ext>
            </a:extLst>
          </p:cNvPr>
          <p:cNvSpPr>
            <a:spLocks noChangeArrowheads="1"/>
          </p:cNvSpPr>
          <p:nvPr/>
        </p:nvSpPr>
        <p:spPr bwMode="hidden">
          <a:xfrm>
            <a:off x="0" y="6035675"/>
            <a:ext cx="9144000" cy="82232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Arial" charset="0"/>
            </a:endParaRP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679F4A6-7F79-4946-BD2F-D315994E64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66713" y="838200"/>
            <a:ext cx="8407400" cy="515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00" tIns="45702" rIns="91400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CE8B6C2-6B25-4B2D-A6E7-4DBDA2AE01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157163"/>
            <a:ext cx="8410575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35" tIns="46019" rIns="92035" bIns="460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Slide Title</a:t>
            </a:r>
          </a:p>
        </p:txBody>
      </p:sp>
      <p:pic>
        <p:nvPicPr>
          <p:cNvPr id="1029" name="Picture 5" descr="intellogo">
            <a:extLst>
              <a:ext uri="{FF2B5EF4-FFF2-40B4-BE49-F238E27FC236}">
                <a16:creationId xmlns:a16="http://schemas.microsoft.com/office/drawing/2014/main" id="{A417042D-5028-43FC-A084-645B3145F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7996238" y="6115050"/>
            <a:ext cx="989012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7">
            <a:extLst>
              <a:ext uri="{FF2B5EF4-FFF2-40B4-BE49-F238E27FC236}">
                <a16:creationId xmlns:a16="http://schemas.microsoft.com/office/drawing/2014/main" id="{24035CE1-EBFC-4E6C-AD97-2A6A0A9BC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53200"/>
            <a:ext cx="4159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fld id="{53A01417-9A96-4A50-A97B-1E03E15A6D4A}" type="slidenum">
              <a:rPr lang="en-US" altLang="en-US" sz="900" b="1">
                <a:solidFill>
                  <a:schemeClr val="bg1"/>
                </a:solidFill>
                <a:effectLst/>
              </a:rPr>
              <a:pPr/>
              <a:t>‹#›</a:t>
            </a:fld>
            <a:endParaRPr lang="en-US" altLang="en-US" sz="900" b="1">
              <a:solidFill>
                <a:schemeClr val="bg1"/>
              </a:solidFill>
              <a:effectLst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20" r:id="rId2"/>
    <p:sldLayoutId id="2147483721" r:id="rId3"/>
    <p:sldLayoutId id="2147483724" r:id="rId4"/>
    <p:sldLayoutId id="2147483725" r:id="rId5"/>
  </p:sldLayoutIdLst>
  <p:transition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9pPr>
    </p:titleStyle>
    <p:bodyStyle>
      <a:lvl1pPr marL="225425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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69913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914400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cs typeface="+mn-cs"/>
        </a:defRPr>
      </a:lvl3pPr>
      <a:lvl4pPr marL="1382713" indent="-239713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+mn-cs"/>
        </a:defRPr>
      </a:lvl4pPr>
      <a:lvl5pPr marL="1727200" indent="-230188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+mn-cs"/>
        </a:defRPr>
      </a:lvl5pPr>
      <a:lvl6pPr marL="21844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+mn-cs"/>
        </a:defRPr>
      </a:lvl6pPr>
      <a:lvl7pPr marL="26416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+mn-cs"/>
        </a:defRPr>
      </a:lvl7pPr>
      <a:lvl8pPr marL="30988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+mn-cs"/>
        </a:defRPr>
      </a:lvl8pPr>
      <a:lvl9pPr marL="35560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EBFA"/>
            </a:gs>
            <a:gs pos="30000">
              <a:srgbClr val="C4D6EB"/>
            </a:gs>
            <a:gs pos="60001">
              <a:srgbClr val="85C2FF"/>
            </a:gs>
            <a:gs pos="100000">
              <a:srgbClr val="5E9EFF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 descr="title">
            <a:extLst>
              <a:ext uri="{FF2B5EF4-FFF2-40B4-BE49-F238E27FC236}">
                <a16:creationId xmlns:a16="http://schemas.microsoft.com/office/drawing/2014/main" id="{F20C988D-D52E-4FDA-9989-2B5D4963B8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57163"/>
            <a:ext cx="8242300" cy="528637"/>
          </a:xfrm>
        </p:spPr>
        <p:txBody>
          <a:bodyPr/>
          <a:lstStyle/>
          <a:p>
            <a:pPr eaLnBrk="1" hangingPunct="1"/>
            <a:r>
              <a:rPr lang="en-US" altLang="en-US"/>
              <a:t>El Title</a:t>
            </a:r>
          </a:p>
        </p:txBody>
      </p:sp>
      <p:sp>
        <p:nvSpPr>
          <p:cNvPr id="2" name="Rectangle 1" descr="pic1">
            <a:extLst>
              <a:ext uri="{FF2B5EF4-FFF2-40B4-BE49-F238E27FC236}">
                <a16:creationId xmlns:a16="http://schemas.microsoft.com/office/drawing/2014/main" id="{449C0F3E-12DB-48D4-833B-AF72C0BE684A}"/>
              </a:ext>
            </a:extLst>
          </p:cNvPr>
          <p:cNvSpPr/>
          <p:nvPr/>
        </p:nvSpPr>
        <p:spPr bwMode="auto">
          <a:xfrm>
            <a:off x="533400" y="914400"/>
            <a:ext cx="3505200" cy="31242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dirty="0">
                <a:cs typeface="Arial" charset="0"/>
              </a:rPr>
              <a:t>Pic1</a:t>
            </a:r>
          </a:p>
          <a:p>
            <a:pPr>
              <a:defRPr/>
            </a:pPr>
            <a:endParaRPr lang="en-US" dirty="0">
              <a:cs typeface="Arial" charset="0"/>
            </a:endParaRPr>
          </a:p>
        </p:txBody>
      </p:sp>
      <p:sp>
        <p:nvSpPr>
          <p:cNvPr id="5" name="Rectangle 4" descr="pic2">
            <a:extLst>
              <a:ext uri="{FF2B5EF4-FFF2-40B4-BE49-F238E27FC236}">
                <a16:creationId xmlns:a16="http://schemas.microsoft.com/office/drawing/2014/main" id="{DC5B126A-FDC1-4273-9CF2-73A0D775B79F}"/>
              </a:ext>
            </a:extLst>
          </p:cNvPr>
          <p:cNvSpPr/>
          <p:nvPr/>
        </p:nvSpPr>
        <p:spPr bwMode="auto">
          <a:xfrm>
            <a:off x="4572000" y="941388"/>
            <a:ext cx="4191000" cy="31242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dirty="0">
                <a:cs typeface="Arial" charset="0"/>
              </a:rPr>
              <a:t>Pic2</a:t>
            </a:r>
          </a:p>
          <a:p>
            <a:pPr>
              <a:defRPr/>
            </a:pPr>
            <a:endParaRPr lang="en-US" dirty="0">
              <a:cs typeface="Arial" charset="0"/>
            </a:endParaRPr>
          </a:p>
        </p:txBody>
      </p:sp>
      <p:sp>
        <p:nvSpPr>
          <p:cNvPr id="3" name="Rectangle 2" descr="cap1">
            <a:extLst>
              <a:ext uri="{FF2B5EF4-FFF2-40B4-BE49-F238E27FC236}">
                <a16:creationId xmlns:a16="http://schemas.microsoft.com/office/drawing/2014/main" id="{61FBF289-A0A8-47AE-A9E9-04907064B0D2}"/>
              </a:ext>
            </a:extLst>
          </p:cNvPr>
          <p:cNvSpPr/>
          <p:nvPr/>
        </p:nvSpPr>
        <p:spPr bwMode="auto">
          <a:xfrm>
            <a:off x="533400" y="4267200"/>
            <a:ext cx="35052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dirty="0">
                <a:cs typeface="Arial" charset="0"/>
              </a:rPr>
              <a:t>cap1</a:t>
            </a:r>
          </a:p>
        </p:txBody>
      </p:sp>
      <p:sp>
        <p:nvSpPr>
          <p:cNvPr id="7" name="Rectangle 6" descr="cap2">
            <a:extLst>
              <a:ext uri="{FF2B5EF4-FFF2-40B4-BE49-F238E27FC236}">
                <a16:creationId xmlns:a16="http://schemas.microsoft.com/office/drawing/2014/main" id="{637BF68C-24F3-4F07-B74E-013B228BD4E1}"/>
              </a:ext>
            </a:extLst>
          </p:cNvPr>
          <p:cNvSpPr/>
          <p:nvPr/>
        </p:nvSpPr>
        <p:spPr bwMode="auto">
          <a:xfrm>
            <a:off x="4572000" y="4267200"/>
            <a:ext cx="419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dirty="0">
                <a:cs typeface="Arial" charset="0"/>
              </a:rPr>
              <a:t>cap2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ank">
  <a:themeElements>
    <a:clrScheme name="">
      <a:dk1>
        <a:srgbClr val="000000"/>
      </a:dk1>
      <a:lt1>
        <a:srgbClr val="FFFFFF"/>
      </a:lt1>
      <a:dk2>
        <a:srgbClr val="0860A8"/>
      </a:dk2>
      <a:lt2>
        <a:srgbClr val="808080"/>
      </a:lt2>
      <a:accent1>
        <a:srgbClr val="009900"/>
      </a:accent1>
      <a:accent2>
        <a:srgbClr val="AA014C"/>
      </a:accent2>
      <a:accent3>
        <a:srgbClr val="FFFFFF"/>
      </a:accent3>
      <a:accent4>
        <a:srgbClr val="000000"/>
      </a:accent4>
      <a:accent5>
        <a:srgbClr val="AACAAA"/>
      </a:accent5>
      <a:accent6>
        <a:srgbClr val="9A0144"/>
      </a:accent6>
      <a:hlink>
        <a:srgbClr val="FF5C00"/>
      </a:hlink>
      <a:folHlink>
        <a:srgbClr val="FDB605"/>
      </a:folHlink>
    </a:clrScheme>
    <a:fontScheme name="blank">
      <a:majorFont>
        <a:latin typeface="Verdana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itchFamily="34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itchFamily="34" charset="0"/>
            <a:cs typeface="Arial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8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5BB3B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FFCC00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3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4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5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6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F3016E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19</TotalTime>
  <Words>6</Words>
  <Application>Microsoft Office PowerPoint</Application>
  <PresentationFormat>On-screen Show (4:3)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Verdana</vt:lpstr>
      <vt:lpstr>Wingdings</vt:lpstr>
      <vt:lpstr>blank</vt:lpstr>
      <vt:lpstr>El 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revision>7</cp:revision>
  <dcterms:created xsi:type="dcterms:W3CDTF">2009-09-07T22:47:13Z</dcterms:created>
  <dcterms:modified xsi:type="dcterms:W3CDTF">2020-05-25T08:36:40Z</dcterms:modified>
</cp:coreProperties>
</file>