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"/>
  </p:notesMasterIdLst>
  <p:sldIdLst>
    <p:sldId id="370" r:id="rId2"/>
    <p:sldId id="366" r:id="rId3"/>
    <p:sldId id="367" r:id="rId4"/>
    <p:sldId id="368" r:id="rId5"/>
    <p:sldId id="369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7" d="100"/>
          <a:sy n="77" d="100"/>
        </p:scale>
        <p:origin x="90" y="22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249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noProof="0"/>
              <a:t>Click to edit Master text styles</a:t>
            </a:r>
          </a:p>
          <a:p>
            <a:pPr lvl="1"/>
            <a:r>
              <a:rPr lang="en-US" altLang="en-US" noProof="0"/>
              <a:t>Second level</a:t>
            </a:r>
          </a:p>
          <a:p>
            <a:pPr lvl="2"/>
            <a:r>
              <a:rPr lang="en-US" altLang="en-US" noProof="0"/>
              <a:t>Third level</a:t>
            </a:r>
          </a:p>
          <a:p>
            <a:pPr lvl="3"/>
            <a:r>
              <a:rPr lang="en-US" altLang="en-US" noProof="0"/>
              <a:t>Fourth level</a:t>
            </a:r>
          </a:p>
          <a:p>
            <a:pPr lvl="4"/>
            <a:r>
              <a:rPr lang="en-US" altLang="en-US" noProof="0"/>
              <a:t>Fifth level</a:t>
            </a:r>
          </a:p>
        </p:txBody>
      </p:sp>
      <p:sp>
        <p:nvSpPr>
          <p:cNvPr id="1249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249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ffectLst/>
                <a:latin typeface="Arial" charset="0"/>
              </a:defRPr>
            </a:lvl1pPr>
          </a:lstStyle>
          <a:p>
            <a:pPr>
              <a:defRPr/>
            </a:pPr>
            <a:fld id="{A4F15463-F83D-4D2C-8992-EABAD38E2C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7597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intel_rgb_10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286625" y="222250"/>
            <a:ext cx="1679575" cy="1241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3"/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Rectangle 7"/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5C875A6E-DB2A-42F9-9053-205B1A50682A}" type="slidenum">
              <a:rPr lang="en-US" altLang="en-US" sz="900" b="1">
                <a:solidFill>
                  <a:schemeClr val="bg1"/>
                </a:solidFill>
              </a:rPr>
              <a:pPr/>
              <a:t>‹#›</a:t>
            </a:fld>
            <a:endParaRPr lang="en-US" altLang="en-US" sz="900" b="1">
              <a:solidFill>
                <a:schemeClr val="bg1"/>
              </a:solidFill>
            </a:endParaRPr>
          </a:p>
        </p:txBody>
      </p:sp>
      <p:sp>
        <p:nvSpPr>
          <p:cNvPr id="8" name="Text Box 9"/>
          <p:cNvSpPr txBox="1">
            <a:spLocks noChangeArrowheads="1"/>
          </p:cNvSpPr>
          <p:nvPr/>
        </p:nvSpPr>
        <p:spPr bwMode="auto">
          <a:xfrm>
            <a:off x="7565680" y="6583363"/>
            <a:ext cx="135165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eaLnBrk="1" hangingPunct="1"/>
            <a:r>
              <a:rPr lang="en-US" altLang="en-US" sz="1200" dirty="0">
                <a:solidFill>
                  <a:schemeClr val="bg1"/>
                </a:solidFill>
              </a:rPr>
              <a:t>Profile Analysis</a:t>
            </a:r>
          </a:p>
        </p:txBody>
      </p:sp>
      <p:sp>
        <p:nvSpPr>
          <p:cNvPr id="5124" name="Rectangle 4" descr="cap1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89000" y="3619500"/>
            <a:ext cx="7810500" cy="1587500"/>
          </a:xfrm>
        </p:spPr>
        <p:txBody>
          <a:bodyPr lIns="92035" tIns="46019" rIns="92035" bIns="46019"/>
          <a:lstStyle>
            <a:lvl1pPr marL="0" indent="0" algn="r">
              <a:lnSpc>
                <a:spcPct val="100000"/>
              </a:lnSpc>
              <a:spcBef>
                <a:spcPct val="0"/>
              </a:spcBef>
              <a:buFont typeface="Wingdings" pitchFamily="2" charset="2"/>
              <a:buNone/>
              <a:defRPr sz="1800"/>
            </a:lvl1pPr>
          </a:lstStyle>
          <a:p>
            <a:pPr lvl="0"/>
            <a:r>
              <a:rPr lang="en-US" altLang="en-US" noProof="0" dirty="0"/>
              <a:t>Click to edit Master subtitle style</a:t>
            </a:r>
          </a:p>
        </p:txBody>
      </p:sp>
      <p:sp>
        <p:nvSpPr>
          <p:cNvPr id="5125" name="Rectangle 5" descr="title"/>
          <p:cNvSpPr>
            <a:spLocks noGrp="1" noChangeArrowheads="1"/>
          </p:cNvSpPr>
          <p:nvPr>
            <p:ph type="ctrTitle" sz="quarter"/>
          </p:nvPr>
        </p:nvSpPr>
        <p:spPr>
          <a:xfrm>
            <a:off x="928688" y="1957388"/>
            <a:ext cx="7754937" cy="1471612"/>
          </a:xfrm>
        </p:spPr>
        <p:txBody>
          <a:bodyPr lIns="64264" tIns="32131" rIns="64264" bIns="32131"/>
          <a:lstStyle>
            <a:lvl1pPr algn="r">
              <a:defRPr sz="2400"/>
            </a:lvl1pPr>
          </a:lstStyle>
          <a:p>
            <a:pPr lvl="0"/>
            <a:r>
              <a:rPr lang="en-US" altLang="en-US" noProof="0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56854655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8975210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9353321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01164707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9513489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988179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hidden">
          <a:xfrm>
            <a:off x="0" y="6035675"/>
            <a:ext cx="9144000" cy="82232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66713" y="838200"/>
            <a:ext cx="8407400" cy="5151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00" tIns="45702" rIns="91400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365125" y="157163"/>
            <a:ext cx="8410575" cy="60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35" tIns="46019" rIns="92035" bIns="46019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Slide Title</a:t>
            </a:r>
          </a:p>
        </p:txBody>
      </p:sp>
      <p:pic>
        <p:nvPicPr>
          <p:cNvPr id="1029" name="Picture 5" descr="intellogo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black">
          <a:xfrm>
            <a:off x="7996238" y="6115050"/>
            <a:ext cx="989012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6553200"/>
            <a:ext cx="415925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 anchor="ctr" anchorCtr="1"/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fld id="{AB7107CF-6FD7-4FFE-8A0C-2650A3B2B0AF}" type="slidenum">
              <a:rPr lang="en-US" altLang="en-US" sz="900" b="1">
                <a:solidFill>
                  <a:schemeClr val="bg1"/>
                </a:solidFill>
              </a:rPr>
              <a:pPr/>
              <a:t>‹#›</a:t>
            </a:fld>
            <a:endParaRPr lang="en-US" altLang="en-US" sz="900" b="1">
              <a:solidFill>
                <a:schemeClr val="bg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74" r:id="rId2"/>
    <p:sldLayoutId id="2147483675" r:id="rId3"/>
    <p:sldLayoutId id="2147483678" r:id="rId4"/>
    <p:sldLayoutId id="2147483679" r:id="rId5"/>
    <p:sldLayoutId id="2147483681" r:id="rId6"/>
  </p:sldLayoutIdLst>
  <p:transition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Verdana" pitchFamily="34" charset="0"/>
          <a:cs typeface="Arial" charset="0"/>
        </a:defRPr>
      </a:lvl9pPr>
    </p:titleStyle>
    <p:bodyStyle>
      <a:lvl1pPr marL="225425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Font typeface="Wingdings" pitchFamily="2" charset="2"/>
        <a:buChar char="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2pPr>
      <a:lvl3pPr marL="914400" indent="-225425" algn="l" rtl="0" fontAlgn="base">
        <a:lnSpc>
          <a:spcPct val="95000"/>
        </a:lnSpc>
        <a:spcBef>
          <a:spcPct val="3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cs typeface="+mn-cs"/>
        </a:defRPr>
      </a:lvl3pPr>
      <a:lvl4pPr marL="1382713" indent="-239713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4pPr>
      <a:lvl5pPr marL="1727200" indent="-230188" algn="l" rtl="0" fontAlgn="base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5pPr>
      <a:lvl6pPr marL="2184400" indent="-2301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6pPr>
      <a:lvl7pPr marL="2641600" indent="-2301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7pPr>
      <a:lvl8pPr marL="3098800" indent="-2301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8pPr>
      <a:lvl9pPr marL="3556000" indent="-230188" algn="l" rtl="0" eaLnBrk="1" fontAlgn="base" hangingPunct="1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effectLst>
            <a:outerShdw blurRad="38100" dist="38100" dir="2700000" algn="tl">
              <a:srgbClr val="C0C0C0"/>
            </a:outerShdw>
          </a:effectLst>
          <a:latin typeface="Arial" charset="0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ubtitle 1" descr="cap1"/>
          <p:cNvSpPr>
            <a:spLocks noGrp="1"/>
          </p:cNvSpPr>
          <p:nvPr>
            <p:ph type="subTitle" sz="quarter"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099" name="Title 2" descr="title"/>
          <p:cNvSpPr>
            <a:spLocks noGrp="1"/>
          </p:cNvSpPr>
          <p:nvPr>
            <p:ph type="ctrTitle" sz="quarter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1" descr="pic1"/>
          <p:cNvSpPr txBox="1">
            <a:spLocks noChangeAspect="1"/>
          </p:cNvSpPr>
          <p:nvPr/>
        </p:nvSpPr>
        <p:spPr bwMode="auto">
          <a:xfrm>
            <a:off x="369888" y="1066800"/>
            <a:ext cx="8458200" cy="434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pic1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 descr="pic1"/>
          <p:cNvSpPr/>
          <p:nvPr/>
        </p:nvSpPr>
        <p:spPr bwMode="auto">
          <a:xfrm>
            <a:off x="533400" y="569913"/>
            <a:ext cx="3886200" cy="3773487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pic1</a:t>
            </a:r>
          </a:p>
        </p:txBody>
      </p:sp>
      <p:sp>
        <p:nvSpPr>
          <p:cNvPr id="4" name="Rounded Rectangle 3" descr="pic2"/>
          <p:cNvSpPr/>
          <p:nvPr/>
        </p:nvSpPr>
        <p:spPr bwMode="auto">
          <a:xfrm>
            <a:off x="5105400" y="533400"/>
            <a:ext cx="3733800" cy="38100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Pic2</a:t>
            </a:r>
          </a:p>
        </p:txBody>
      </p:sp>
      <p:sp>
        <p:nvSpPr>
          <p:cNvPr id="5" name="Left-Right Arrow 4" descr="cap1"/>
          <p:cNvSpPr/>
          <p:nvPr/>
        </p:nvSpPr>
        <p:spPr bwMode="auto">
          <a:xfrm>
            <a:off x="2171700" y="4724400"/>
            <a:ext cx="4800600" cy="914400"/>
          </a:xfrm>
          <a:prstGeom prst="left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cap1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Box 1" descr="pic1"/>
          <p:cNvSpPr txBox="1">
            <a:spLocks noChangeAspect="1"/>
          </p:cNvSpPr>
          <p:nvPr/>
        </p:nvSpPr>
        <p:spPr bwMode="auto">
          <a:xfrm>
            <a:off x="369888" y="914400"/>
            <a:ext cx="8458200" cy="444341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pic1</a:t>
            </a:r>
          </a:p>
        </p:txBody>
      </p:sp>
      <p:sp>
        <p:nvSpPr>
          <p:cNvPr id="3" name="Rectangle 2" descr="title"/>
          <p:cNvSpPr/>
          <p:nvPr/>
        </p:nvSpPr>
        <p:spPr bwMode="auto">
          <a:xfrm>
            <a:off x="533400" y="228600"/>
            <a:ext cx="8077200" cy="5334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title</a:t>
            </a:r>
          </a:p>
        </p:txBody>
      </p:sp>
      <p:sp>
        <p:nvSpPr>
          <p:cNvPr id="4" name="Rectangle 3" descr="cap1"/>
          <p:cNvSpPr/>
          <p:nvPr/>
        </p:nvSpPr>
        <p:spPr bwMode="auto">
          <a:xfrm>
            <a:off x="1295400" y="5562600"/>
            <a:ext cx="6934200" cy="45720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>
              <a:defRPr/>
            </a:pP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cap1</a:t>
            </a: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extBox 1" descr="pic1"/>
          <p:cNvSpPr txBox="1">
            <a:spLocks noChangeAspect="1"/>
          </p:cNvSpPr>
          <p:nvPr/>
        </p:nvSpPr>
        <p:spPr bwMode="auto">
          <a:xfrm>
            <a:off x="381000" y="152400"/>
            <a:ext cx="4681538" cy="6400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cs typeface="Arial" charset="0"/>
              </a:defRPr>
            </a:lvl9pPr>
          </a:lstStyle>
          <a:p>
            <a:pPr eaLnBrk="1" hangingPunct="1"/>
            <a:r>
              <a:rPr lang="en-US" altLang="en-US"/>
              <a:t>Pic1 Baseline Contour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  <p:transition/>
</p:sld>
</file>

<file path=ppt/theme/theme1.xml><?xml version="1.0" encoding="utf-8"?>
<a:theme xmlns:a="http://schemas.openxmlformats.org/drawingml/2006/main" name="blank">
  <a:themeElements>
    <a:clrScheme name="">
      <a:dk1>
        <a:srgbClr val="000000"/>
      </a:dk1>
      <a:lt1>
        <a:srgbClr val="FFFFFF"/>
      </a:lt1>
      <a:dk2>
        <a:srgbClr val="0860A8"/>
      </a:dk2>
      <a:lt2>
        <a:srgbClr val="808080"/>
      </a:lt2>
      <a:accent1>
        <a:srgbClr val="009900"/>
      </a:accent1>
      <a:accent2>
        <a:srgbClr val="AA014C"/>
      </a:accent2>
      <a:accent3>
        <a:srgbClr val="FFFFFF"/>
      </a:accent3>
      <a:accent4>
        <a:srgbClr val="000000"/>
      </a:accent4>
      <a:accent5>
        <a:srgbClr val="AACAAA"/>
      </a:accent5>
      <a:accent6>
        <a:srgbClr val="9A0144"/>
      </a:accent6>
      <a:hlink>
        <a:srgbClr val="FF5C00"/>
      </a:hlink>
      <a:folHlink>
        <a:srgbClr val="FDB605"/>
      </a:folHlink>
    </a:clrScheme>
    <a:fontScheme name="blank">
      <a:majorFont>
        <a:latin typeface="Verdana"/>
        <a:ea typeface=""/>
        <a:cs typeface="Arial"/>
      </a:majorFont>
      <a:minorFont>
        <a:latin typeface="Verdan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Verdana" pitchFamily="34" charset="0"/>
            <a:cs typeface="Arial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8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5BB3B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FFCC00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CC00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9999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3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66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C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4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00C5C0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5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AA014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6">
        <a:dk1>
          <a:srgbClr val="000000"/>
        </a:dk1>
        <a:lt1>
          <a:srgbClr val="FFFFFF"/>
        </a:lt1>
        <a:dk2>
          <a:srgbClr val="0034FF"/>
        </a:dk2>
        <a:lt2>
          <a:srgbClr val="FDB605"/>
        </a:lt2>
        <a:accent1>
          <a:srgbClr val="66CC33"/>
        </a:accent1>
        <a:accent2>
          <a:srgbClr val="FF5C00"/>
        </a:accent2>
        <a:accent3>
          <a:srgbClr val="AAAEFF"/>
        </a:accent3>
        <a:accent4>
          <a:srgbClr val="DADADA"/>
        </a:accent4>
        <a:accent5>
          <a:srgbClr val="B8E2AD"/>
        </a:accent5>
        <a:accent6>
          <a:srgbClr val="E75300"/>
        </a:accent6>
        <a:hlink>
          <a:srgbClr val="10C8E1"/>
        </a:hlink>
        <a:folHlink>
          <a:srgbClr val="F3016E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387</TotalTime>
  <Words>10</Words>
  <Application>Microsoft Office PowerPoint</Application>
  <PresentationFormat>On-screen Show (4:3)</PresentationFormat>
  <Paragraphs>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Verdana</vt:lpstr>
      <vt:lpstr>Wingdings</vt:lpstr>
      <vt:lpstr>blank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Intel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gmorgan1</dc:creator>
  <cp:keywords>CTPClassification=CTP_IC:VisualMarkings=</cp:keywords>
  <cp:lastModifiedBy>Go Away</cp:lastModifiedBy>
  <cp:revision>26</cp:revision>
  <dcterms:created xsi:type="dcterms:W3CDTF">2015-08-22T17:09:47Z</dcterms:created>
  <dcterms:modified xsi:type="dcterms:W3CDTF">2020-05-31T07:49:27Z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7a08d792-f23f-4b53-879d-f2bbcd9703a7</vt:lpwstr>
  </property>
  <property fmtid="{D5CDD505-2E9C-101B-9397-08002B2CF9AE}" pid="3" name="CTP_BU">
    <vt:lpwstr>TECHNOLOGY MANUFACTURING GROUP</vt:lpwstr>
  </property>
  <property fmtid="{D5CDD505-2E9C-101B-9397-08002B2CF9AE}" pid="4" name="CTP_TimeStamp">
    <vt:lpwstr>2016-03-01 21:23:09Z</vt:lpwstr>
  </property>
  <property fmtid="{D5CDD505-2E9C-101B-9397-08002B2CF9AE}" pid="5" name="IntelDataClassification">
    <vt:lpwstr>NA</vt:lpwstr>
  </property>
  <property fmtid="{D5CDD505-2E9C-101B-9397-08002B2CF9AE}" pid="6" name="CTPClassification">
    <vt:lpwstr>CTP_IC</vt:lpwstr>
  </property>
</Properties>
</file>