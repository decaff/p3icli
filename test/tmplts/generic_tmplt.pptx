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96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31313-DA6F-4523-BA1C-B7890D971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F5C6B-E588-447E-9F99-5F5AA9BF5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F88E5-579A-4CAE-9B72-0A077647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73A73-9819-489C-8F91-668F9D441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18966-8233-41AA-98D4-804575F3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1106FA-818F-4B66-85AA-BAF3409D3E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9948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00A6E-F4D8-4D62-8EBD-4ED287C7A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DD44F-173E-4BE6-9D36-EBB9B7CC0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20BE1-4EA5-4360-BDF6-09C6405CB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CBC68-73AF-4A4E-8F12-BDA21C8CF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95E94-9398-4D9C-9C32-A6A0C1B8A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6B5E6-8643-4876-A3F8-3DC528E5B7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4402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66021-47BC-4A51-99C2-6BD748E2A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366BA-DD17-4931-BA8B-3317E9046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9E44F-9DBE-4C7A-8353-292A976A4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FAF99-91F5-476B-AA85-F3CBD706A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EC0C5-0212-42A4-85C9-C4DF1759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8B69D1-6B6B-49C1-858A-6262CEA33B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819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ACDF-99A0-4158-AC32-C45FDC793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BE2EE-8822-4305-BD1D-97BF72A0E9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C4BBC-65CC-4865-8CE4-09F5D8E1D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EF5AD-1C0C-4BE1-A089-E182CA2DF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8C3F75-425A-48EE-AA26-388AA7E1B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337BF-D2B3-439D-B281-AF5A75A3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87FDAE-40CF-4DC1-AE81-B004ADC36B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0570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C53DF-A7F6-420B-8AD9-4EDCDA3B4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12B7F-4A15-47CF-986E-B8A1AC1E7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AA8BF-BEA7-4803-8C8C-36AACBADB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2E3F2E-ADFA-40F9-9367-43FD99E41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7CF308-9896-43FE-95E1-607D11ABF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0FF85-9AA0-4799-966C-07023818B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8D4B01-C537-42E0-A410-C85954794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2E7FB7-CC57-4768-9501-61165426F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EF40AE-A3FB-4CA9-99E9-AFB97F7850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9990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3D580-0122-45D9-BED5-31A6B161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EFE5DD-5AE8-4240-972C-93BFCD328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33641-FA81-43CA-B3F7-330B4128E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A3660-64E9-4FE7-8280-2E1589CA9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987B54-30B1-48CD-BFA5-3B01E5A4D7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080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DB525F-6384-4796-A981-668176510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E2E069-14C1-4ED8-B550-05C0244B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9C82C-53B6-46DF-986F-C45143B7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4422A8-5C98-41B7-9F5D-A5D10749B3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2811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C4312-86BB-4B39-8B85-20094130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F0DF8-A947-4AEB-BF63-97BD2C873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66EAC-E020-4021-930A-1C44CA359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41565-2357-472B-A4DD-5F72052C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8353A-C39F-4050-9A11-91B2B66B1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54923-A57E-4631-9033-CEA327B1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DC6AED-610F-417B-8AA2-716260B44A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8549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C97E5-C09F-423A-AE5B-E8F160A2F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82B790-9F81-4439-A8BE-2CC8CF44A6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737BD-3C45-406A-A89A-D2A28195E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E0A51-7DDC-4960-BAE1-DDC92442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CDC15-25D4-4867-B7BA-64771AAF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1FCF6-B326-4F3F-8730-F6FE6D90C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675F9B-7949-44DD-9E9A-B08EDAE149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93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2987-827F-4C7A-9872-897A137D0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D89C38-84B5-40A8-AA47-6E0517999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184B2-6D36-4BE4-8A05-7597B625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DC222-CBB9-402D-83B6-DC818C8E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92F10-5837-4704-B4AB-ABE3B00B1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C82AF4-AF67-4E2A-8294-2364824411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3654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60F48D-D3C6-4217-8150-DDE1FDA522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BE47D-DE47-4292-8B67-79E88FE48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B8333-F6D7-4328-9034-D05C6D380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27ACE-B990-4D17-AA8C-34492AEBC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7EB7C-678E-4909-B7C9-790A2BE74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037339-D01E-4388-9AB9-B49DC87B1C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2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ECFF"/>
            </a:gs>
            <a:gs pos="100000">
              <a:srgbClr val="CCECFF">
                <a:gamma/>
                <a:shade val="46275"/>
                <a:invGamma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327466E-DC24-4A1B-9ED9-28F91A4222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3367C43-DB26-4F9E-A22D-A5514F1E2A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3CB7380-920F-4FA2-AF03-9734A04CB3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798FEB-3B6C-47A8-A6E8-475D28A7849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E82C019-5E36-4F26-8C9F-ADBBEAD180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2E8922D-703C-450E-BD43-CC30CF9B577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ECFF"/>
            </a:gs>
            <a:gs pos="100000">
              <a:srgbClr val="CCECFF">
                <a:gamma/>
                <a:shade val="46275"/>
                <a:invGamma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 descr="title">
            <a:extLst>
              <a:ext uri="{FF2B5EF4-FFF2-40B4-BE49-F238E27FC236}">
                <a16:creationId xmlns:a16="http://schemas.microsoft.com/office/drawing/2014/main" id="{71C43A85-63B7-4381-A2A7-2C2B42BFE62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381000"/>
            <a:ext cx="7772400" cy="838200"/>
          </a:xfrm>
          <a:noFill/>
        </p:spPr>
        <p:txBody>
          <a:bodyPr anchor="ctr"/>
          <a:lstStyle/>
          <a:p>
            <a:r>
              <a:rPr lang="en-US" altLang="en-US" sz="2800"/>
              <a:t>Ye olde title shape</a:t>
            </a:r>
          </a:p>
        </p:txBody>
      </p:sp>
      <p:sp>
        <p:nvSpPr>
          <p:cNvPr id="2052" name="Rectangle 4" descr="pic1">
            <a:extLst>
              <a:ext uri="{FF2B5EF4-FFF2-40B4-BE49-F238E27FC236}">
                <a16:creationId xmlns:a16="http://schemas.microsoft.com/office/drawing/2014/main" id="{0315A8E1-B4A8-4E73-B4A9-9D5BBDC9E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467600" cy="2514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pic1</a:t>
            </a:r>
          </a:p>
        </p:txBody>
      </p:sp>
      <p:sp>
        <p:nvSpPr>
          <p:cNvPr id="2054" name="Text Box 6">
            <a:extLst>
              <a:ext uri="{FF2B5EF4-FFF2-40B4-BE49-F238E27FC236}">
                <a16:creationId xmlns:a16="http://schemas.microsoft.com/office/drawing/2014/main" id="{D451CC06-DF17-4C59-9478-3C3198985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410200"/>
            <a:ext cx="297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2055" name="Text Box 7">
            <a:extLst>
              <a:ext uri="{FF2B5EF4-FFF2-40B4-BE49-F238E27FC236}">
                <a16:creationId xmlns:a16="http://schemas.microsoft.com/office/drawing/2014/main" id="{A4D4A3CC-C205-4A25-94FF-741D5189C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495800"/>
            <a:ext cx="297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2056" name="Text Box 8" descr="cap1">
            <a:extLst>
              <a:ext uri="{FF2B5EF4-FFF2-40B4-BE49-F238E27FC236}">
                <a16:creationId xmlns:a16="http://schemas.microsoft.com/office/drawing/2014/main" id="{EA87DB93-1C9A-4BFE-B8ED-A0613CBAC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191000"/>
            <a:ext cx="6858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cap1</a:t>
            </a:r>
          </a:p>
        </p:txBody>
      </p:sp>
      <p:sp>
        <p:nvSpPr>
          <p:cNvPr id="2057" name="Text Box 9" descr="cap2">
            <a:extLst>
              <a:ext uri="{FF2B5EF4-FFF2-40B4-BE49-F238E27FC236}">
                <a16:creationId xmlns:a16="http://schemas.microsoft.com/office/drawing/2014/main" id="{6AE9F62E-3060-4835-A51F-72D73018E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029200"/>
            <a:ext cx="701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cap2</a:t>
            </a:r>
          </a:p>
        </p:txBody>
      </p:sp>
      <p:sp>
        <p:nvSpPr>
          <p:cNvPr id="2058" name="Text Box 10" descr="cap3">
            <a:extLst>
              <a:ext uri="{FF2B5EF4-FFF2-40B4-BE49-F238E27FC236}">
                <a16:creationId xmlns:a16="http://schemas.microsoft.com/office/drawing/2014/main" id="{056E2040-0C35-41DF-BA63-7A0499438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867400"/>
            <a:ext cx="7315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cap3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Default Design</vt:lpstr>
      <vt:lpstr>Ye olde title shape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 olde title shape</dc:title>
  <dc:creator>Clark Morgan</dc:creator>
  <cp:lastModifiedBy>Go Away</cp:lastModifiedBy>
  <cp:revision>5</cp:revision>
  <dcterms:created xsi:type="dcterms:W3CDTF">2016-08-15T08:08:54Z</dcterms:created>
  <dcterms:modified xsi:type="dcterms:W3CDTF">2020-04-10T17:42:18Z</dcterms:modified>
</cp:coreProperties>
</file>