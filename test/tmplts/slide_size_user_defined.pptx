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508B-D83D-4BE1-9FA0-29F0D77BA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74B52-0D3D-493C-A6C7-EE67E0C82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0716-5E05-4FD4-B282-29D0B322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6D17F-2171-47C4-B042-DA5809F4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9DFAA-D0F6-45A6-98D0-01D06EF6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4BC7-937E-419E-B592-F843DE22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467D-4F02-4889-AFEF-2AA5A48D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BE7B4-26E9-448B-B2E1-19551CD3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D96E-6927-42B9-94A4-7E8F5A39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CAA7-4C5F-48B7-9917-3E5097F4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5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07D8-763C-4EF8-A322-965E701F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83456-7AE1-45F9-B9A4-C36E59EE0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6402-FD97-4ED7-B87D-6CE00736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2E0D9-9F85-444B-9B77-32F7253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C63A-01B4-486C-A78F-8452734A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2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2F09-D544-4E92-A7B2-C3BB166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413FE-9789-4137-88FC-4919B89E6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E7996-AA5D-43A5-97C8-D490D5106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CD7A8-9DA2-4913-8DE3-894E347A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F1CC7-C259-4622-8ABE-7B94F83E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93644-CC29-48D4-8DC3-257587E1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1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2CC6-F2B4-483C-A97D-50B282DF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E1DA5-83D0-4117-858C-2B7BC594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D5EA0-1801-4C23-8FFC-D105E3F30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3EF36-094C-4D46-B917-863E97131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C1935-BCA8-4A25-94B4-7B4BAE039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264FE-BED4-49AC-9833-7219759A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3A024-3D1A-4563-905D-7EA041233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C7148-ED47-4622-A74F-1106EE23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3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4D48-E7C8-44C7-B712-FB699A2C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B476A-7AE3-438F-88D1-8B0E762E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053F7-84E4-4F49-9C8D-BBEC396A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EBE6B-68E6-42B6-90B3-2BC11760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0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DA3BF-FE0C-466C-B0F7-82E30CB0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8EEA3-818C-4839-BCC5-2512749B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691B-9EA2-453A-8F30-63322289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3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242F-FE72-48E4-9934-4843204F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F806-4F6B-4248-A5C9-A46DD31B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F36E6-79E3-45D0-90D4-F8CD4EE0E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BAAAD-34AF-4909-AA56-4DD53E41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02319-2DA1-472C-8492-B58BEFD4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62322-D4EE-4B78-A520-53507631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3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48D1-63CC-4362-9C9B-4B69F905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944EF-E18B-4F4B-BEAA-F6366F9E0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49F92-0469-43D3-A3D6-772A77551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967CB-25A5-4860-8250-3FA1A365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4B655-5225-4CD3-AB41-66774312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82C1F-A74A-4FC0-AB9A-C6324C42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43BA-A103-49E2-9672-884B06E8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569DB-6DFD-41D0-ACF5-2AF963E2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92FA-22DE-4CF0-9CDE-E71E11E5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CBA6-3092-4CDB-A799-940DD69F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0CABE-2F47-4942-886B-F2E5E213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5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E3864-5684-4D5B-A6C8-8A7FB577C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87C3F-37FA-4928-8CC7-6E8F3F952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980E-3ADD-4BA5-8216-D6519FE7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9F9EF-BDDF-468E-8AFC-A1D8FB13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A790-AFC6-4CD1-ACC5-7490F157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2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EA04C-0FC2-4021-A456-3FABB4E0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8897D-E0DF-4EDB-A94B-4A90DDBB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C1B8A-B85F-4C7C-B60F-BF37CF036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D509-8B1C-4175-BB25-A465BE3838F6}" type="datetimeFigureOut">
              <a:rPr lang="en-US" smtClean="0"/>
              <a:t>6/30/2019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B689-B195-4C3D-9E31-7AF933D30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17E2F-309A-46C6-8017-D7893678C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1F6C0-3378-419A-96C8-8F55DE379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6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itle">
            <a:extLst>
              <a:ext uri="{FF2B5EF4-FFF2-40B4-BE49-F238E27FC236}">
                <a16:creationId xmlns:a16="http://schemas.microsoft.com/office/drawing/2014/main" id="{CFFBC599-9928-4DB4-8FD7-AE0F476D2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9193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4" name="Rectangle 3" descr="pic1">
            <a:extLst>
              <a:ext uri="{FF2B5EF4-FFF2-40B4-BE49-F238E27FC236}">
                <a16:creationId xmlns:a16="http://schemas.microsoft.com/office/drawing/2014/main" id="{93B75AA1-7A79-46C6-B916-8825F126191B}"/>
              </a:ext>
            </a:extLst>
          </p:cNvPr>
          <p:cNvSpPr/>
          <p:nvPr/>
        </p:nvSpPr>
        <p:spPr>
          <a:xfrm>
            <a:off x="958734" y="2443942"/>
            <a:ext cx="10274531" cy="32916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Pic1</a:t>
            </a:r>
          </a:p>
        </p:txBody>
      </p:sp>
    </p:spTree>
    <p:extLst>
      <p:ext uri="{BB962C8B-B14F-4D97-AF65-F5344CB8AC3E}">
        <p14:creationId xmlns:p14="http://schemas.microsoft.com/office/powerpoint/2010/main" val="81789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Go Away</dc:creator>
  <cp:lastModifiedBy>Go Away</cp:lastModifiedBy>
  <cp:revision>1</cp:revision>
  <dcterms:created xsi:type="dcterms:W3CDTF">2019-06-30T20:28:12Z</dcterms:created>
  <dcterms:modified xsi:type="dcterms:W3CDTF">2019-06-30T20:31:42Z</dcterms:modified>
</cp:coreProperties>
</file>