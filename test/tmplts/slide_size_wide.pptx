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45" d="100"/>
          <a:sy n="45" d="100"/>
        </p:scale>
        <p:origin x="66" y="7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A4C06A-BF35-4635-8349-F509E25FF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D2B0BF-3BA2-4664-8F12-B825FD25A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4F16EF-400B-4932-88C0-B6150489F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8A8965-20AA-4DC9-8E8D-DAF3432AE6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56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744530-E3E8-4C0F-B6BB-E359C3655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54080-9EF2-40B8-829D-D6833E5725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B01CC2-6C84-4E5F-B91D-9B15D0F90E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80856-32CB-4D8C-999B-3295D136FF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01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1C009-FAD1-41B4-AF33-2CAE1E9A18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1A4A8C-2DE2-4142-BC3D-5F8D8F8EE0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908532-6525-4E31-AD6A-BB89FE3A0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60E4B5-3039-43BE-8F77-3F0426C9BD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44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701EC-DD25-44DC-8A9B-0691E66D8B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46695-3B82-4008-A98D-36F57536C5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8D7384-BCA3-4C5B-86C0-86A71D8081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AA12A-6DC5-49B1-A985-7259384DB0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44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B7CCF3-1848-4E81-93E1-39515429C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F0A0CAF-1DD9-48A3-B63F-9E1A31D2E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4D64A3F-0658-4861-BF6B-778547CE48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55FBF-BC02-4147-BA17-310AB20469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04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04E28D-8860-49B4-AAFA-AEA2F7D2C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DB033D-420F-48E1-B133-2C1ADA703A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B7960F9-1211-4F76-88B1-FFDBD50D7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96CB3-F708-4688-A591-E70EDBC872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77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73A1E1-85D2-4C88-82A0-2A5DD2CF7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4B1B69-722C-4AAF-B3FB-084BDFC42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190B3A-0E19-411C-9E11-0DB9624D3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24A1F2-386B-47FF-B4D4-3625895058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17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98162-63D7-4CE6-95A6-524CA2576C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D6849-4C67-4CD0-8AF3-15674B23BE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79645B-3DBB-4AD3-A7C6-D4EC9FDCBF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4343B8-0441-4872-A89E-1CE4B4A31A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99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571C3-6255-477F-AA43-8F163DF62D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0E7B78-898C-45EE-BA68-32C6F76B16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290F4-34C2-45C2-9280-C768AD4F4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4A608-DFEC-4B2E-9096-C1F8D31A5E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451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95954-3FB8-4ACE-8812-A763BD3D1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FF43A9-87D4-406E-97BA-9B9E82CBF2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E0CF79-5E58-4A6E-9AC7-EA2732852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27E0A4-358E-4F31-A6BD-0EBA3C1D13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9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E73132-BD80-46C0-B893-377A14577E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E47CD9-E8C7-40EF-B244-53CA070F28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1161A4-84E5-414D-9042-240F5BBE6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B19CB-BFE1-4D46-A3F0-E99624D677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18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D1BB44-88D0-41CB-806A-F3335AF24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357C3C-5E54-4099-B372-F21A6A31A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4433C0-CED1-4FE0-BA8E-C525560505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A0F1F-BF0A-478E-B893-E5541D6AE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265765-CF2D-4479-89C9-00E867B1FC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E71B326-837D-4494-9681-AB543F47F9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title">
            <a:extLst>
              <a:ext uri="{FF2B5EF4-FFF2-40B4-BE49-F238E27FC236}">
                <a16:creationId xmlns:a16="http://schemas.microsoft.com/office/drawing/2014/main" id="{888ECE35-3551-46B1-A0E2-C834983A54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622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/>
              <a:t>title</a:t>
            </a:r>
          </a:p>
        </p:txBody>
      </p:sp>
      <p:sp>
        <p:nvSpPr>
          <p:cNvPr id="2051" name="Rectangle 4" descr="pic1">
            <a:extLst>
              <a:ext uri="{FF2B5EF4-FFF2-40B4-BE49-F238E27FC236}">
                <a16:creationId xmlns:a16="http://schemas.microsoft.com/office/drawing/2014/main" id="{EE8DEBFA-0F89-4D73-8A66-C836A29A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752600"/>
            <a:ext cx="10515600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title">
            <a:extLst>
              <a:ext uri="{FF2B5EF4-FFF2-40B4-BE49-F238E27FC236}">
                <a16:creationId xmlns:a16="http://schemas.microsoft.com/office/drawing/2014/main" id="{9D599646-CF6D-494F-A6B2-54E6891870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 rot="16200000">
            <a:off x="-1562100" y="2933700"/>
            <a:ext cx="57150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title</a:t>
            </a:r>
          </a:p>
        </p:txBody>
      </p:sp>
      <p:sp>
        <p:nvSpPr>
          <p:cNvPr id="3075" name="Rectangle 3" descr="pic1">
            <a:extLst>
              <a:ext uri="{FF2B5EF4-FFF2-40B4-BE49-F238E27FC236}">
                <a16:creationId xmlns:a16="http://schemas.microsoft.com/office/drawing/2014/main" id="{B44CE729-D7C3-4716-8E95-02EAF700E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33400"/>
            <a:ext cx="83820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  <p:sp>
        <p:nvSpPr>
          <p:cNvPr id="3076" name="Rectangle 5" descr="pic2">
            <a:extLst>
              <a:ext uri="{FF2B5EF4-FFF2-40B4-BE49-F238E27FC236}">
                <a16:creationId xmlns:a16="http://schemas.microsoft.com/office/drawing/2014/main" id="{C47F476F-FBAC-4DFD-921B-1B33984A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83820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title">
            <a:extLst>
              <a:ext uri="{FF2B5EF4-FFF2-40B4-BE49-F238E27FC236}">
                <a16:creationId xmlns:a16="http://schemas.microsoft.com/office/drawing/2014/main" id="{A1A88D02-53C2-4AB0-9BC0-69BFEF6EC0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 rot="5400000">
            <a:off x="8382000" y="2705100"/>
            <a:ext cx="5715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title</a:t>
            </a:r>
          </a:p>
        </p:txBody>
      </p:sp>
      <p:sp>
        <p:nvSpPr>
          <p:cNvPr id="4099" name="Rectangle 3" descr="pic1">
            <a:extLst>
              <a:ext uri="{FF2B5EF4-FFF2-40B4-BE49-F238E27FC236}">
                <a16:creationId xmlns:a16="http://schemas.microsoft.com/office/drawing/2014/main" id="{CA7AF8E6-5805-47D4-A2FE-24CA4B125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"/>
            <a:ext cx="45720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  <p:sp>
        <p:nvSpPr>
          <p:cNvPr id="4100" name="Rectangle 4" descr="pic2">
            <a:extLst>
              <a:ext uri="{FF2B5EF4-FFF2-40B4-BE49-F238E27FC236}">
                <a16:creationId xmlns:a16="http://schemas.microsoft.com/office/drawing/2014/main" id="{A31B7C4C-CB8E-44EA-87B5-F125B1148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09870"/>
            <a:ext cx="50292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 err="1"/>
              <a:t>Rect</a:t>
            </a:r>
            <a:r>
              <a:rPr lang="en-US" altLang="en-US" dirty="0"/>
              <a:t> 2</a:t>
            </a:r>
          </a:p>
        </p:txBody>
      </p:sp>
      <p:sp>
        <p:nvSpPr>
          <p:cNvPr id="4101" name="Rectangle 5" descr="pic3">
            <a:extLst>
              <a:ext uri="{FF2B5EF4-FFF2-40B4-BE49-F238E27FC236}">
                <a16:creationId xmlns:a16="http://schemas.microsoft.com/office/drawing/2014/main" id="{452A94C9-F7AE-41AD-AB7D-9413360F8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429000"/>
            <a:ext cx="9906000" cy="342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15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Calibri</vt:lpstr>
      <vt:lpstr>Office Theme</vt:lpstr>
      <vt:lpstr>title</vt:lpstr>
      <vt:lpstr>title</vt:lpstr>
      <vt:lpstr>title</vt:lpstr>
    </vt:vector>
  </TitlesOfParts>
  <Company>Intel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Georgia Morgan</dc:creator>
  <cp:lastModifiedBy>cm</cp:lastModifiedBy>
  <cp:revision>3</cp:revision>
  <dcterms:created xsi:type="dcterms:W3CDTF">2004-08-30T07:04:55Z</dcterms:created>
  <dcterms:modified xsi:type="dcterms:W3CDTF">2017-07-29T13:00:15Z</dcterms:modified>
</cp:coreProperties>
</file>