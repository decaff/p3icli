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"/>
  </p:notesMasterIdLst>
  <p:sldIdLst>
    <p:sldId id="256" r:id="rId2"/>
    <p:sldId id="365" r:id="rId3"/>
    <p:sldId id="366" r:id="rId4"/>
    <p:sldId id="367" r:id="rId5"/>
    <p:sldId id="368" r:id="rId6"/>
    <p:sldId id="369" r:id="rId7"/>
    <p:sldId id="370" r:id="rId8"/>
    <p:sldId id="371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909319"/>
    <a:srgbClr val="FFFF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3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249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charset="0"/>
              </a:defRPr>
            </a:lvl1pPr>
          </a:lstStyle>
          <a:p>
            <a:fld id="{9B6931C9-47DF-49E9-9AFA-9FAF8B8E62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79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ntel_rgb_1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286625" y="222250"/>
            <a:ext cx="1679575" cy="124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3" name="Rectangle 3"/>
          <p:cNvSpPr>
            <a:spLocks noChangeArrowheads="1"/>
          </p:cNvSpPr>
          <p:nvPr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89000" y="3619500"/>
            <a:ext cx="7810500" cy="1587500"/>
          </a:xfrm>
        </p:spPr>
        <p:txBody>
          <a:bodyPr lIns="92035" tIns="46019" rIns="92035" bIns="46019"/>
          <a:lstStyle>
            <a:lvl1pPr marL="0" indent="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sz="2000"/>
            </a:lvl1pPr>
          </a:lstStyle>
          <a:p>
            <a:pPr lvl="0"/>
            <a:r>
              <a:rPr lang="en-US" noProof="0"/>
              <a:t>Name</a:t>
            </a:r>
          </a:p>
          <a:p>
            <a:pPr lvl="0"/>
            <a:r>
              <a:rPr lang="en-US" noProof="0"/>
              <a:t>Title</a:t>
            </a:r>
          </a:p>
          <a:p>
            <a:pPr lvl="0"/>
            <a:r>
              <a:rPr lang="en-US" noProof="0"/>
              <a:t>Department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928688" y="1957388"/>
            <a:ext cx="7754937" cy="1471612"/>
          </a:xfrm>
        </p:spPr>
        <p:txBody>
          <a:bodyPr lIns="64264" tIns="32131" rIns="64264" bIns="32131"/>
          <a:lstStyle>
            <a:lvl1pPr algn="r"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eaLnBrk="0" hangingPunct="0"/>
            <a:fld id="{8534AED1-2996-4DE5-AD8B-18C3B07DEB78}" type="slidenum">
              <a:rPr lang="en-US" sz="900" b="1">
                <a:solidFill>
                  <a:schemeClr val="bg1"/>
                </a:solidFill>
                <a:effectLst/>
              </a:rPr>
              <a:pPr eaLnBrk="0" hangingPunct="0"/>
              <a:t>‹#›</a:t>
            </a:fld>
            <a:endParaRPr lang="en-US" sz="900" b="1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210389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5069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630383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354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838200"/>
            <a:ext cx="8407400" cy="515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0" tIns="45702" rIns="91400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157163"/>
            <a:ext cx="841057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pic>
        <p:nvPicPr>
          <p:cNvPr id="4101" name="Picture 5" descr="intel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996238" y="6115050"/>
            <a:ext cx="989012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eaLnBrk="0" hangingPunct="0"/>
            <a:fld id="{4F03D020-6142-4DCA-B2FF-8CFF393140F7}" type="slidenum">
              <a:rPr lang="en-US" sz="900" b="1">
                <a:solidFill>
                  <a:schemeClr val="bg1"/>
                </a:solidFill>
                <a:effectLst/>
              </a:rPr>
              <a:pPr eaLnBrk="0" hangingPunct="0"/>
              <a:t>‹#›</a:t>
            </a:fld>
            <a:endParaRPr lang="en-US" sz="900" b="1">
              <a:solidFill>
                <a:schemeClr val="bg1"/>
              </a:solidFill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6" r:id="rId4"/>
    <p:sldLayoutId id="2147483657" r:id="rId5"/>
  </p:sldLayoutIdLst>
  <p:transition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225425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itchFamily="2" charset="2"/>
        <a:buChar char="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3pPr>
      <a:lvl4pPr marL="1382713" indent="-239713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4pPr>
      <a:lvl5pPr marL="17272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5pPr>
      <a:lvl6pPr marL="21844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6pPr>
      <a:lvl7pPr marL="26416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7pPr>
      <a:lvl8pPr marL="30988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8pPr>
      <a:lvl9pPr marL="35560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3ABDEF-E714-41C1-ACB6-1DF65FBF472D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03CF2-7DC8-4DA4-B955-FD95F688C15F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50000">
              <a:schemeClr val="folHlink">
                <a:gamma/>
                <a:tint val="15686"/>
                <a:invGamma/>
              </a:schemeClr>
            </a:gs>
            <a:gs pos="100000">
              <a:schemeClr val="folHlink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EBFA"/>
            </a:gs>
            <a:gs pos="30000">
              <a:srgbClr val="C4D6EB"/>
            </a:gs>
            <a:gs pos="60001">
              <a:srgbClr val="85C2FF"/>
            </a:gs>
            <a:gs pos="100000">
              <a:srgbClr val="5E9E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9FF33"/>
            </a:gs>
            <a:gs pos="100000">
              <a:srgbClr val="90931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bg1"/>
          </a:fgClr>
          <a:bgClr>
            <a:srgbClr val="0000FF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ank">
  <a:themeElements>
    <a:clrScheme name="">
      <a:dk1>
        <a:srgbClr val="000000"/>
      </a:dk1>
      <a:lt1>
        <a:srgbClr val="FFFFFF"/>
      </a:lt1>
      <a:dk2>
        <a:srgbClr val="0860A8"/>
      </a:dk2>
      <a:lt2>
        <a:srgbClr val="808080"/>
      </a:lt2>
      <a:accent1>
        <a:srgbClr val="009900"/>
      </a:accent1>
      <a:accent2>
        <a:srgbClr val="AA014C"/>
      </a:accent2>
      <a:accent3>
        <a:srgbClr val="FFFFFF"/>
      </a:accent3>
      <a:accent4>
        <a:srgbClr val="000000"/>
      </a:accent4>
      <a:accent5>
        <a:srgbClr val="AACAAA"/>
      </a:accent5>
      <a:accent6>
        <a:srgbClr val="9A0144"/>
      </a:accent6>
      <a:hlink>
        <a:srgbClr val="FF5C00"/>
      </a:hlink>
      <a:folHlink>
        <a:srgbClr val="FDB605"/>
      </a:folHlink>
    </a:clrScheme>
    <a:fontScheme name="blank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25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Verdana</vt:lpstr>
      <vt:lpstr>Wingdings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gmorgan1</dc:creator>
  <cp:lastModifiedBy>Go Away</cp:lastModifiedBy>
  <cp:revision>6</cp:revision>
  <dcterms:created xsi:type="dcterms:W3CDTF">2009-09-07T22:47:13Z</dcterms:created>
  <dcterms:modified xsi:type="dcterms:W3CDTF">2020-05-24T21:04:04Z</dcterms:modified>
</cp:coreProperties>
</file>